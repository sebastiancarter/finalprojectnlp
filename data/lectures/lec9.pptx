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2"/>
    <p:sldId id="282" r:id="rId3"/>
    <p:sldId id="262" r:id="rId4"/>
    <p:sldId id="303" r:id="rId5"/>
    <p:sldId id="283" r:id="rId6"/>
    <p:sldId id="284" r:id="rId7"/>
    <p:sldId id="299" r:id="rId8"/>
    <p:sldId id="285" r:id="rId9"/>
    <p:sldId id="297" r:id="rId10"/>
    <p:sldId id="300" r:id="rId11"/>
    <p:sldId id="302" r:id="rId12"/>
    <p:sldId id="287" r:id="rId13"/>
    <p:sldId id="301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18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3180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8880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7987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1294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56399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0891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313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45379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1466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8805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84082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17CB5-4FD5-47DA-9BFE-6C54A66C2B79}" type="datetimeFigureOut">
              <a:rPr lang="en-US" smtClean="0"/>
              <a:t>9/23/2024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88E0B0-9292-4B87-A84D-4DE3B6D2F6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30786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s://thehudsucker.com/2015/01/12/get-it-together-tips-for-getting-organized/" TargetMode="External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reativecommons.org/licenses/by-nc-nd/3.0/" TargetMode="Externa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creativecommons.org/licenses/by-sa/3.0/" TargetMode="External"/><Relationship Id="rId4" Type="http://schemas.openxmlformats.org/officeDocument/2006/relationships/hyperlink" Target="https://p2pu.org/en/courses/1079/content/2280/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blog.gvsig.org/2016/03/29/smart-cities-what-about-the-reuse/" TargetMode="External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://commons.wikimedia.org/wiki/File:Jean_B%C3%A9raud_Portrait_D'un_Homme_Elegant.jpg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308172"/>
            <a:ext cx="9144000" cy="2387600"/>
          </a:xfrm>
        </p:spPr>
        <p:txBody>
          <a:bodyPr/>
          <a:lstStyle/>
          <a:p>
            <a:r>
              <a:rPr lang="en-US" dirty="0"/>
              <a:t>DATA/CS 172: Python for Data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2695772"/>
            <a:ext cx="9144000" cy="1655762"/>
          </a:xfrm>
        </p:spPr>
        <p:txBody>
          <a:bodyPr/>
          <a:lstStyle/>
          <a:p>
            <a:r>
              <a:rPr lang="en-US" dirty="0"/>
              <a:t>Functions</a:t>
            </a:r>
          </a:p>
          <a:p>
            <a:r>
              <a:rPr lang="en-US" dirty="0"/>
              <a:t>Prof. Travis Mandel</a:t>
            </a:r>
          </a:p>
          <a:p>
            <a:r>
              <a:rPr lang="en-US" dirty="0"/>
              <a:t>9/23/2024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660" b="8455"/>
          <a:stretch/>
        </p:blipFill>
        <p:spPr>
          <a:xfrm>
            <a:off x="4996543" y="4416592"/>
            <a:ext cx="2108296" cy="21948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01763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Announcements	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Keep on top of labs</a:t>
            </a:r>
          </a:p>
          <a:p>
            <a:r>
              <a:rPr lang="en-US" dirty="0"/>
              <a:t>Program 1 out</a:t>
            </a:r>
          </a:p>
          <a:p>
            <a:pPr lvl="1"/>
            <a:r>
              <a:rPr lang="en-US" dirty="0"/>
              <a:t>You have some time to work on it</a:t>
            </a:r>
          </a:p>
          <a:p>
            <a:pPr lvl="1"/>
            <a:r>
              <a:rPr lang="en-US" dirty="0"/>
              <a:t>Reminder: Should be your own INDEPENDENT work, as discussed on first week and in syllabus</a:t>
            </a:r>
          </a:p>
          <a:p>
            <a:pPr lvl="1"/>
            <a:r>
              <a:rPr lang="en-US" dirty="0"/>
              <a:t>Functions (today’s topic) NOT required for program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496584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Zip </a:t>
            </a:r>
            <a:r>
              <a:rPr lang="en-US" dirty="0" err="1"/>
              <a:t>wrapup</a:t>
            </a:r>
            <a:endParaRPr lang="en-US" dirty="0"/>
          </a:p>
          <a:p>
            <a:r>
              <a:rPr lang="en-US" dirty="0"/>
              <a:t>Functions</a:t>
            </a:r>
          </a:p>
        </p:txBody>
      </p:sp>
    </p:spTree>
    <p:extLst>
      <p:ext uri="{BB962C8B-B14F-4D97-AF65-F5344CB8AC3E}">
        <p14:creationId xmlns:p14="http://schemas.microsoft.com/office/powerpoint/2010/main" val="25406436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7DC08B-0D07-44B7-A7FA-3E9552DB77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Zip </a:t>
            </a:r>
            <a:r>
              <a:rPr lang="en-US" dirty="0" err="1"/>
              <a:t>wrapup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A85CCA-5967-4B33-A60C-67CBF65500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Last time we learned about zip</a:t>
            </a:r>
          </a:p>
          <a:p>
            <a:r>
              <a:rPr lang="en-US" dirty="0"/>
              <a:t>Takes two lists, and joins into a list of tuples</a:t>
            </a:r>
          </a:p>
          <a:p>
            <a:r>
              <a:rPr lang="en-US" dirty="0"/>
              <a:t>Should mention that it can take *any* number of lists, not just two</a:t>
            </a:r>
          </a:p>
          <a:p>
            <a:r>
              <a:rPr lang="en-US" dirty="0"/>
              <a:t>Example</a:t>
            </a:r>
          </a:p>
          <a:p>
            <a:r>
              <a:rPr lang="en-US" dirty="0"/>
              <a:t>zip([1,2],     [3, 4],       [5, 6]) 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 [(1, 3, 5), (2, 4, 6)]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28495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 far our scripts have been pretty short…</a:t>
            </a:r>
          </a:p>
          <a:p>
            <a:r>
              <a:rPr lang="en-US" dirty="0"/>
              <a:t>For real projects they will get longer!</a:t>
            </a:r>
          </a:p>
          <a:p>
            <a:r>
              <a:rPr lang="en-US" dirty="0"/>
              <a:t>Very important to keep stuff organized…</a:t>
            </a:r>
          </a:p>
          <a:p>
            <a:pPr lvl="1"/>
            <a:r>
              <a:rPr lang="en-US" dirty="0"/>
              <a:t>Also, there are many things we want to reuse!</a:t>
            </a:r>
          </a:p>
          <a:p>
            <a:r>
              <a:rPr lang="en-US" b="1" dirty="0">
                <a:solidFill>
                  <a:srgbClr val="00B0F0"/>
                </a:solidFill>
              </a:rPr>
              <a:t>Functions</a:t>
            </a:r>
            <a:r>
              <a:rPr lang="en-US" dirty="0"/>
              <a:t> give us a way to organize and reuse code</a:t>
            </a:r>
          </a:p>
          <a:p>
            <a:r>
              <a:rPr lang="en-US" dirty="0"/>
              <a:t>Separated pieces of code that can be invoked on some parameters</a:t>
            </a:r>
          </a:p>
          <a:p>
            <a:pPr marL="914400" lvl="2" indent="0">
              <a:buNone/>
            </a:pPr>
            <a:r>
              <a:rPr lang="en-US" dirty="0"/>
              <a:t>e.g. </a:t>
            </a:r>
            <a:r>
              <a:rPr lang="en-US" dirty="0" err="1"/>
              <a:t>len</a:t>
            </a:r>
            <a:r>
              <a:rPr lang="en-US" dirty="0"/>
              <a:t>(x) is a function that takes an argument and returns it length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0EB6B04-065B-43B3-9635-22A904F6D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8332696" y="188259"/>
            <a:ext cx="3747246" cy="210782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19E9727-BDD3-49C7-AD4B-62FD1CF4C624}"/>
              </a:ext>
            </a:extLst>
          </p:cNvPr>
          <p:cNvSpPr txBox="1"/>
          <p:nvPr/>
        </p:nvSpPr>
        <p:spPr>
          <a:xfrm>
            <a:off x="8619564" y="2369257"/>
            <a:ext cx="346037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3" tooltip="https://thehudsucker.com/2015/01/12/get-it-together-tips-for-getting-organized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4" tooltip="https://creativecommons.org/licenses/by-nc-nd/3.0/"/>
              </a:rPr>
              <a:t>CC BY-NC-ND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3550303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Built-in functions we have seen already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print()</a:t>
            </a:r>
          </a:p>
          <a:p>
            <a:r>
              <a:rPr lang="en-US" dirty="0"/>
              <a:t>open()</a:t>
            </a:r>
          </a:p>
          <a:p>
            <a:r>
              <a:rPr lang="en-US" dirty="0" err="1"/>
              <a:t>len</a:t>
            </a:r>
            <a:r>
              <a:rPr lang="en-US" dirty="0"/>
              <a:t>()</a:t>
            </a:r>
          </a:p>
          <a:p>
            <a:r>
              <a:rPr lang="en-US" dirty="0"/>
              <a:t>zip()</a:t>
            </a:r>
          </a:p>
          <a:p>
            <a:r>
              <a:rPr lang="en-US" dirty="0" err="1"/>
              <a:t>sys.exit</a:t>
            </a:r>
            <a:r>
              <a:rPr lang="en-US" dirty="0"/>
              <a:t>()</a:t>
            </a:r>
          </a:p>
          <a:p>
            <a:r>
              <a:rPr lang="en-US" dirty="0"/>
              <a:t>There are others…</a:t>
            </a:r>
          </a:p>
          <a:p>
            <a:pPr lvl="1"/>
            <a:r>
              <a:rPr lang="en-US" dirty="0"/>
              <a:t>E.g. abs(x) – take the absolute value of x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931073B-26E1-4CB7-89A6-7B3BD71833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7207624" y="2080142"/>
            <a:ext cx="3509402" cy="3472654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AEA6330-8D13-4E1F-B534-997DF2937913}"/>
              </a:ext>
            </a:extLst>
          </p:cNvPr>
          <p:cNvSpPr txBox="1"/>
          <p:nvPr/>
        </p:nvSpPr>
        <p:spPr>
          <a:xfrm>
            <a:off x="7207624" y="5428477"/>
            <a:ext cx="350940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hlinkClick r:id="rId4" tooltip="https://p2pu.org/en/courses/1079/content/2280/"/>
              </a:rPr>
              <a:t>This Photo</a:t>
            </a:r>
            <a:r>
              <a:rPr lang="en-US" sz="900"/>
              <a:t> by Unknown Author is licensed under </a:t>
            </a:r>
            <a:r>
              <a:rPr lang="en-US" sz="900">
                <a:hlinkClick r:id="rId5" tooltip="https://creativecommons.org/licenses/by-sa/3.0/"/>
              </a:rPr>
              <a:t>CC BY-SA</a:t>
            </a:r>
            <a:endParaRPr lang="en-US" sz="900"/>
          </a:p>
        </p:txBody>
      </p:sp>
    </p:spTree>
    <p:extLst>
      <p:ext uri="{BB962C8B-B14F-4D97-AF65-F5344CB8AC3E}">
        <p14:creationId xmlns:p14="http://schemas.microsoft.com/office/powerpoint/2010/main" val="4091978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04702" y="-83762"/>
            <a:ext cx="10515600" cy="1325563"/>
          </a:xfrm>
        </p:spPr>
        <p:txBody>
          <a:bodyPr/>
          <a:lstStyle/>
          <a:p>
            <a:r>
              <a:rPr lang="en-US" dirty="0"/>
              <a:t>Components of a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9956" y="1172095"/>
            <a:ext cx="10663844" cy="5004868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/>
              <a:t>Name</a:t>
            </a:r>
          </a:p>
          <a:p>
            <a:pPr lvl="1"/>
            <a:r>
              <a:rPr lang="en-US" dirty="0"/>
              <a:t>Every function needs a name</a:t>
            </a:r>
          </a:p>
          <a:p>
            <a:pPr lvl="1"/>
            <a:r>
              <a:rPr lang="en-US" dirty="0"/>
              <a:t>Name should clearly indicate what a function does (e.g. </a:t>
            </a:r>
            <a:r>
              <a:rPr lang="en-US" dirty="0" err="1"/>
              <a:t>computeAverage</a:t>
            </a:r>
            <a:r>
              <a:rPr lang="en-US" dirty="0"/>
              <a:t>)</a:t>
            </a:r>
          </a:p>
          <a:p>
            <a:r>
              <a:rPr lang="en-US" b="1" dirty="0"/>
              <a:t>Arguments</a:t>
            </a:r>
          </a:p>
          <a:p>
            <a:pPr lvl="1"/>
            <a:r>
              <a:rPr lang="en-US" dirty="0"/>
              <a:t>Arguments are variables that come into the function</a:t>
            </a:r>
          </a:p>
          <a:p>
            <a:pPr lvl="1"/>
            <a:r>
              <a:rPr lang="en-US" dirty="0"/>
              <a:t>0 arguments</a:t>
            </a:r>
          </a:p>
          <a:p>
            <a:pPr lvl="2"/>
            <a:r>
              <a:rPr lang="en-US" dirty="0" err="1"/>
              <a:t>func</a:t>
            </a:r>
            <a:r>
              <a:rPr lang="en-US" dirty="0"/>
              <a:t>()</a:t>
            </a:r>
          </a:p>
          <a:p>
            <a:pPr lvl="1"/>
            <a:r>
              <a:rPr lang="en-US" dirty="0"/>
              <a:t>1 argument</a:t>
            </a:r>
          </a:p>
          <a:p>
            <a:pPr lvl="2"/>
            <a:r>
              <a:rPr lang="en-US" dirty="0" err="1"/>
              <a:t>func</a:t>
            </a:r>
            <a:r>
              <a:rPr lang="en-US" dirty="0"/>
              <a:t>(x)</a:t>
            </a:r>
          </a:p>
          <a:p>
            <a:pPr lvl="1"/>
            <a:r>
              <a:rPr lang="en-US" dirty="0"/>
              <a:t>2 arguments</a:t>
            </a:r>
          </a:p>
          <a:p>
            <a:pPr lvl="2"/>
            <a:r>
              <a:rPr lang="en-US" dirty="0" err="1"/>
              <a:t>func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r>
              <a:rPr lang="en-US" b="1" dirty="0"/>
              <a:t>Return value</a:t>
            </a:r>
          </a:p>
          <a:p>
            <a:pPr lvl="1"/>
            <a:r>
              <a:rPr lang="en-US" dirty="0"/>
              <a:t>What does the function produce?</a:t>
            </a:r>
          </a:p>
          <a:p>
            <a:pPr lvl="1"/>
            <a:r>
              <a:rPr lang="en-US" dirty="0"/>
              <a:t>E.g. </a:t>
            </a:r>
            <a:r>
              <a:rPr lang="en-US" dirty="0" err="1"/>
              <a:t>math.sqrt</a:t>
            </a:r>
            <a:r>
              <a:rPr lang="en-US" dirty="0"/>
              <a:t>(x) returns the square root of x</a:t>
            </a:r>
          </a:p>
          <a:p>
            <a:pPr lvl="1"/>
            <a:r>
              <a:rPr lang="en-US" dirty="0"/>
              <a:t>Some functions don’t produce anything</a:t>
            </a:r>
          </a:p>
          <a:p>
            <a:pPr lvl="2"/>
            <a:r>
              <a:rPr lang="en-US" dirty="0"/>
              <a:t>E.g. </a:t>
            </a:r>
            <a:r>
              <a:rPr lang="en-US" dirty="0" err="1"/>
              <a:t>writeInfoToFile</a:t>
            </a:r>
            <a:r>
              <a:rPr lang="en-US" dirty="0"/>
              <a:t>()</a:t>
            </a:r>
          </a:p>
          <a:p>
            <a:endParaRPr lang="en-US" dirty="0"/>
          </a:p>
        </p:txBody>
      </p:sp>
      <p:pic>
        <p:nvPicPr>
          <p:cNvPr id="4" name="Picture 3" descr="Watashino Sekaii: &lt;strong&gt;Puzzle&lt;/strong&gt;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6712" y="0"/>
            <a:ext cx="2125287" cy="2125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40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Defining your own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571" y="1857080"/>
            <a:ext cx="10590229" cy="456926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/>
              <a:t>Functions start with the keyword </a:t>
            </a:r>
            <a:r>
              <a:rPr lang="en-US" dirty="0" err="1"/>
              <a:t>def</a:t>
            </a:r>
            <a:r>
              <a:rPr lang="en-US" dirty="0"/>
              <a:t>, the body of the function is indented.</a:t>
            </a:r>
          </a:p>
          <a:p>
            <a:pPr marL="0" indent="0">
              <a:buNone/>
            </a:pPr>
            <a:r>
              <a:rPr lang="en-US" dirty="0" err="1"/>
              <a:t>def</a:t>
            </a:r>
            <a:r>
              <a:rPr lang="en-US" dirty="0"/>
              <a:t> </a:t>
            </a:r>
            <a:r>
              <a:rPr lang="en-US" dirty="0" err="1"/>
              <a:t>myFunc</a:t>
            </a:r>
            <a:r>
              <a:rPr lang="en-US" dirty="0"/>
              <a:t>(arg1, arg2):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Called the function declaration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r>
              <a:rPr lang="en-US" dirty="0"/>
              <a:t>	return </a:t>
            </a:r>
            <a:r>
              <a:rPr lang="en-US" dirty="0" err="1"/>
              <a:t>val</a:t>
            </a:r>
            <a:r>
              <a:rPr lang="en-US" dirty="0"/>
              <a:t>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Called the return statement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Calling the function</a:t>
            </a:r>
          </a:p>
          <a:p>
            <a:pPr marL="0" indent="0">
              <a:buNone/>
            </a:pPr>
            <a:r>
              <a:rPr lang="en-US" dirty="0"/>
              <a:t>ret = </a:t>
            </a:r>
            <a:r>
              <a:rPr lang="en-US" dirty="0" err="1"/>
              <a:t>myFunc</a:t>
            </a:r>
            <a:r>
              <a:rPr lang="en-US" dirty="0"/>
              <a:t>(0,1) </a:t>
            </a:r>
            <a:r>
              <a:rPr lang="en-US" dirty="0">
                <a:solidFill>
                  <a:srgbClr val="00B0F0"/>
                </a:solidFill>
                <a:sym typeface="Wingdings" panose="05000000000000000000" pitchFamily="2" charset="2"/>
              </a:rPr>
              <a:t> Called the function call</a:t>
            </a:r>
            <a:endParaRPr lang="en-US" dirty="0">
              <a:solidFill>
                <a:srgbClr val="00B0F0"/>
              </a:solidFill>
            </a:endParaRP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Note: Argument &amp; return value names do NOT need to be the same in the declaration and the call</a:t>
            </a:r>
          </a:p>
          <a:p>
            <a:pPr marL="0" indent="0">
              <a:buNone/>
            </a:pPr>
            <a:r>
              <a:rPr lang="en-US" dirty="0"/>
              <a:t>	Works on order</a:t>
            </a:r>
          </a:p>
          <a:p>
            <a:pPr marL="0" indent="0"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3FA3DC9-202E-4BDD-B807-3233DE22A8C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9046525" y="-52442"/>
            <a:ext cx="3055235" cy="190952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42680" y="5750351"/>
            <a:ext cx="31409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Demo: average of two numbers</a:t>
            </a:r>
          </a:p>
        </p:txBody>
      </p:sp>
    </p:spTree>
    <p:extLst>
      <p:ext uri="{BB962C8B-B14F-4D97-AF65-F5344CB8AC3E}">
        <p14:creationId xmlns:p14="http://schemas.microsoft.com/office/powerpoint/2010/main" val="3585717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Returning multiple values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pain in most other languages (e.g. C++)</a:t>
            </a:r>
          </a:p>
          <a:p>
            <a:r>
              <a:rPr lang="en-US" dirty="0"/>
              <a:t>Easy in Python! (thanks tuples!)</a:t>
            </a:r>
          </a:p>
          <a:p>
            <a:pPr lvl="1"/>
            <a:r>
              <a:rPr lang="en-US" dirty="0"/>
              <a:t>return (val1, val2)</a:t>
            </a:r>
          </a:p>
        </p:txBody>
      </p:sp>
    </p:spTree>
    <p:extLst>
      <p:ext uri="{BB962C8B-B14F-4D97-AF65-F5344CB8AC3E}">
        <p14:creationId xmlns:p14="http://schemas.microsoft.com/office/powerpoint/2010/main" val="26900276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should I use a function?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1000" y="1619250"/>
            <a:ext cx="10515600" cy="4351338"/>
          </a:xfrm>
        </p:spPr>
        <p:txBody>
          <a:bodyPr/>
          <a:lstStyle/>
          <a:p>
            <a:r>
              <a:rPr lang="en-US" dirty="0"/>
              <a:t>Functions make code more readable and reusable</a:t>
            </a:r>
          </a:p>
          <a:p>
            <a:r>
              <a:rPr lang="en-US" dirty="0">
                <a:solidFill>
                  <a:srgbClr val="00B0F0"/>
                </a:solidFill>
              </a:rPr>
              <a:t>“Information hiding” </a:t>
            </a:r>
            <a:r>
              <a:rPr lang="en-US" dirty="0"/>
              <a:t>– Don’t need to worry about details of how function works when I am trying to understand the general flow</a:t>
            </a:r>
          </a:p>
          <a:p>
            <a:r>
              <a:rPr lang="en-US" dirty="0"/>
              <a:t>Should use a function if:</a:t>
            </a:r>
          </a:p>
          <a:p>
            <a:pPr lvl="1"/>
            <a:r>
              <a:rPr lang="en-US" dirty="0"/>
              <a:t>A piece of code serves a coherent purpose</a:t>
            </a:r>
          </a:p>
          <a:p>
            <a:pPr lvl="1"/>
            <a:r>
              <a:rPr lang="en-US" dirty="0"/>
              <a:t>A piece of code is fairly complex (simply multiplying two numbers doesn’t merit a function)</a:t>
            </a:r>
          </a:p>
          <a:p>
            <a:r>
              <a:rPr lang="en-US" dirty="0"/>
              <a:t>Especially useful when code needs to be repeated in several places</a:t>
            </a:r>
          </a:p>
        </p:txBody>
      </p:sp>
      <p:pic>
        <p:nvPicPr>
          <p:cNvPr id="5" name="Picture 4" descr="I’m in &lt;strong&gt;Hiding&lt;/strong&gt; | Dark Matters a Lot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7925" y="0"/>
            <a:ext cx="1975104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9810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you should NOT do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Python (usually) lets functions use whatever variables they want</a:t>
            </a:r>
          </a:p>
          <a:p>
            <a:pPr lvl="1"/>
            <a:r>
              <a:rPr lang="en-US" dirty="0"/>
              <a:t>NOT good – functions should only use their arguments, or any new variables you make inside of them</a:t>
            </a:r>
          </a:p>
          <a:p>
            <a:pPr lvl="1"/>
            <a:r>
              <a:rPr lang="en-US" dirty="0"/>
              <a:t>Messy + things can go wrong here</a:t>
            </a:r>
          </a:p>
          <a:p>
            <a:r>
              <a:rPr lang="en-US" dirty="0"/>
              <a:t>Python lets you put whatever code you want above functions</a:t>
            </a:r>
          </a:p>
          <a:p>
            <a:pPr lvl="1"/>
            <a:r>
              <a:rPr lang="en-US" dirty="0"/>
              <a:t>NOT good – functions should be at the TOP of your script</a:t>
            </a:r>
          </a:p>
          <a:p>
            <a:pPr lvl="2"/>
            <a:r>
              <a:rPr lang="en-US" dirty="0"/>
              <a:t>Generally, the only thing above them should be import statements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88654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More Style notes with functions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Should have a descriptive name that indicates what it does</a:t>
            </a:r>
          </a:p>
          <a:p>
            <a:pPr lvl="1"/>
            <a:r>
              <a:rPr lang="en-US" dirty="0" err="1"/>
              <a:t>computeTotalPrice</a:t>
            </a:r>
            <a:r>
              <a:rPr lang="en-US" dirty="0"/>
              <a:t>() instead of func1()</a:t>
            </a:r>
          </a:p>
          <a:p>
            <a:r>
              <a:rPr lang="en-US" dirty="0"/>
              <a:t>Arguments should be named well to indicate what they represent</a:t>
            </a:r>
          </a:p>
          <a:p>
            <a:r>
              <a:rPr lang="en-US" dirty="0"/>
              <a:t>Usually bad to have </a:t>
            </a:r>
            <a:r>
              <a:rPr lang="en-US" b="1" dirty="0"/>
              <a:t>printing </a:t>
            </a:r>
            <a:r>
              <a:rPr lang="en-US" dirty="0"/>
              <a:t>happen inside the function</a:t>
            </a:r>
          </a:p>
          <a:p>
            <a:pPr lvl="1"/>
            <a:r>
              <a:rPr lang="en-US" dirty="0"/>
              <a:t>Except for helping track down problems etc.</a:t>
            </a:r>
          </a:p>
          <a:p>
            <a:pPr lvl="1"/>
            <a:r>
              <a:rPr lang="en-US" dirty="0"/>
              <a:t>Printing should happen in the main part of your code</a:t>
            </a:r>
          </a:p>
          <a:p>
            <a:pPr lvl="1"/>
            <a:r>
              <a:rPr lang="en-US" dirty="0"/>
              <a:t>If you need something to print from your function, it should be returned</a:t>
            </a:r>
          </a:p>
          <a:p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4AF8118-DA90-403E-9768-CE16BF67DA77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10591800" y="16425"/>
            <a:ext cx="1524000" cy="2904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311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Lab out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Easing you into functions</a:t>
            </a:r>
          </a:p>
          <a:p>
            <a:pPr lvl="1"/>
            <a:r>
              <a:rPr lang="en-US" dirty="0"/>
              <a:t>Modify previous lab to make use of a function</a:t>
            </a:r>
          </a:p>
          <a:p>
            <a:pPr lvl="1"/>
            <a:r>
              <a:rPr lang="en-US" dirty="0"/>
              <a:t>Will see a bit more complex example next time</a:t>
            </a:r>
          </a:p>
        </p:txBody>
      </p:sp>
    </p:spTree>
    <p:extLst>
      <p:ext uri="{BB962C8B-B14F-4D97-AF65-F5344CB8AC3E}">
        <p14:creationId xmlns:p14="http://schemas.microsoft.com/office/powerpoint/2010/main" val="26160845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2463</TotalTime>
  <Words>715</Words>
  <Application>Microsoft Office PowerPoint</Application>
  <PresentationFormat>Widescreen</PresentationFormat>
  <Paragraphs>97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Calibri Light</vt:lpstr>
      <vt:lpstr>Wingdings</vt:lpstr>
      <vt:lpstr>Office Theme</vt:lpstr>
      <vt:lpstr>DATA/CS 172: Python for Data Analysis</vt:lpstr>
      <vt:lpstr>Announcements </vt:lpstr>
      <vt:lpstr>Agenda</vt:lpstr>
      <vt:lpstr>Zip wrapup</vt:lpstr>
      <vt:lpstr>Organization</vt:lpstr>
      <vt:lpstr>Built-in functions we have seen already</vt:lpstr>
      <vt:lpstr>Components of a function</vt:lpstr>
      <vt:lpstr>Defining your own function</vt:lpstr>
      <vt:lpstr>Returning multiple values</vt:lpstr>
      <vt:lpstr>When should I use a function?</vt:lpstr>
      <vt:lpstr>Things you should NOT do with functions</vt:lpstr>
      <vt:lpstr>More Style notes with functions</vt:lpstr>
      <vt:lpstr>Lab out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CS172: Python for Data Analysis</dc:title>
  <dc:creator>Travis</dc:creator>
  <cp:lastModifiedBy>Travis Mandel</cp:lastModifiedBy>
  <cp:revision>88</cp:revision>
  <dcterms:created xsi:type="dcterms:W3CDTF">2018-09-05T09:38:38Z</dcterms:created>
  <dcterms:modified xsi:type="dcterms:W3CDTF">2024-09-23T21:09:04Z</dcterms:modified>
</cp:coreProperties>
</file>