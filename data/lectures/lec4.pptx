
<file path=[Content_Types].xml><?xml version="1.0" encoding="utf-8"?>
<Types xmlns="http://schemas.openxmlformats.org/package/2006/content-types">
  <Default Extension="bmp" ContentType="image/bmp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2" r:id="rId3"/>
    <p:sldId id="262" r:id="rId4"/>
    <p:sldId id="271" r:id="rId5"/>
    <p:sldId id="272" r:id="rId6"/>
    <p:sldId id="280" r:id="rId7"/>
    <p:sldId id="283" r:id="rId8"/>
    <p:sldId id="273" r:id="rId9"/>
    <p:sldId id="274" r:id="rId10"/>
    <p:sldId id="276" r:id="rId11"/>
    <p:sldId id="279" r:id="rId12"/>
    <p:sldId id="275" r:id="rId13"/>
    <p:sldId id="281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3F249F-D4AF-4C78-A2E3-0185FD56AD14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7AA1316-7634-4FA9-90B3-608292AA37A6}">
      <dgm:prSet/>
      <dgm:spPr/>
      <dgm:t>
        <a:bodyPr/>
        <a:lstStyle/>
        <a:p>
          <a:r>
            <a:rPr lang="en-US"/>
            <a:t>&lt;</a:t>
          </a:r>
        </a:p>
      </dgm:t>
    </dgm:pt>
    <dgm:pt modelId="{E819F2BE-1E04-4162-9913-88D5EA9EA1B2}" type="parTrans" cxnId="{EEC6ECCE-55E2-4D26-B0C1-B5ACD2717685}">
      <dgm:prSet/>
      <dgm:spPr/>
      <dgm:t>
        <a:bodyPr/>
        <a:lstStyle/>
        <a:p>
          <a:endParaRPr lang="en-US"/>
        </a:p>
      </dgm:t>
    </dgm:pt>
    <dgm:pt modelId="{5F05F660-3782-4853-8401-7CA29F0DCFE1}" type="sibTrans" cxnId="{EEC6ECCE-55E2-4D26-B0C1-B5ACD2717685}">
      <dgm:prSet/>
      <dgm:spPr/>
      <dgm:t>
        <a:bodyPr/>
        <a:lstStyle/>
        <a:p>
          <a:endParaRPr lang="en-US"/>
        </a:p>
      </dgm:t>
    </dgm:pt>
    <dgm:pt modelId="{C6AE649F-7FC8-47AF-92FF-832F8E448DD0}">
      <dgm:prSet/>
      <dgm:spPr/>
      <dgm:t>
        <a:bodyPr/>
        <a:lstStyle/>
        <a:p>
          <a:r>
            <a:rPr lang="en-US"/>
            <a:t>Less than</a:t>
          </a:r>
        </a:p>
      </dgm:t>
    </dgm:pt>
    <dgm:pt modelId="{42DCC20A-5C0A-4505-B077-D17A94BB2B41}" type="parTrans" cxnId="{6D9C031E-30E8-4C4B-9F49-432E344BA0DE}">
      <dgm:prSet/>
      <dgm:spPr/>
      <dgm:t>
        <a:bodyPr/>
        <a:lstStyle/>
        <a:p>
          <a:endParaRPr lang="en-US"/>
        </a:p>
      </dgm:t>
    </dgm:pt>
    <dgm:pt modelId="{3658B0E3-5B92-4CF7-92A3-F8A95D0981C2}" type="sibTrans" cxnId="{6D9C031E-30E8-4C4B-9F49-432E344BA0DE}">
      <dgm:prSet/>
      <dgm:spPr/>
      <dgm:t>
        <a:bodyPr/>
        <a:lstStyle/>
        <a:p>
          <a:endParaRPr lang="en-US"/>
        </a:p>
      </dgm:t>
    </dgm:pt>
    <dgm:pt modelId="{88466BEB-8A6F-4539-8614-841721DFFDDD}">
      <dgm:prSet/>
      <dgm:spPr/>
      <dgm:t>
        <a:bodyPr/>
        <a:lstStyle/>
        <a:p>
          <a:r>
            <a:rPr lang="en-US"/>
            <a:t>&gt;</a:t>
          </a:r>
        </a:p>
      </dgm:t>
    </dgm:pt>
    <dgm:pt modelId="{47306FE0-5CE2-4D28-8CF0-586574D2A57F}" type="parTrans" cxnId="{BCAA04AF-0B5E-4D60-9EDD-662B7E950E42}">
      <dgm:prSet/>
      <dgm:spPr/>
      <dgm:t>
        <a:bodyPr/>
        <a:lstStyle/>
        <a:p>
          <a:endParaRPr lang="en-US"/>
        </a:p>
      </dgm:t>
    </dgm:pt>
    <dgm:pt modelId="{8C795667-D8D4-471B-8ABD-70389BC15491}" type="sibTrans" cxnId="{BCAA04AF-0B5E-4D60-9EDD-662B7E950E42}">
      <dgm:prSet/>
      <dgm:spPr/>
      <dgm:t>
        <a:bodyPr/>
        <a:lstStyle/>
        <a:p>
          <a:endParaRPr lang="en-US"/>
        </a:p>
      </dgm:t>
    </dgm:pt>
    <dgm:pt modelId="{976C5056-476C-4284-B62E-475425E75AD7}">
      <dgm:prSet/>
      <dgm:spPr/>
      <dgm:t>
        <a:bodyPr/>
        <a:lstStyle/>
        <a:p>
          <a:r>
            <a:rPr lang="en-US"/>
            <a:t>Greater than</a:t>
          </a:r>
        </a:p>
      </dgm:t>
    </dgm:pt>
    <dgm:pt modelId="{161A4FE2-D144-4E4B-8325-578E7E837C37}" type="parTrans" cxnId="{144B2B42-D8CA-4E17-BF60-48A0271FF5C9}">
      <dgm:prSet/>
      <dgm:spPr/>
      <dgm:t>
        <a:bodyPr/>
        <a:lstStyle/>
        <a:p>
          <a:endParaRPr lang="en-US"/>
        </a:p>
      </dgm:t>
    </dgm:pt>
    <dgm:pt modelId="{AA64424C-F2AB-4476-9A43-983B47EE9C79}" type="sibTrans" cxnId="{144B2B42-D8CA-4E17-BF60-48A0271FF5C9}">
      <dgm:prSet/>
      <dgm:spPr/>
      <dgm:t>
        <a:bodyPr/>
        <a:lstStyle/>
        <a:p>
          <a:endParaRPr lang="en-US"/>
        </a:p>
      </dgm:t>
    </dgm:pt>
    <dgm:pt modelId="{6DE3E21E-9A25-45D9-ACA8-2A374B9B5F31}">
      <dgm:prSet/>
      <dgm:spPr/>
      <dgm:t>
        <a:bodyPr/>
        <a:lstStyle/>
        <a:p>
          <a:r>
            <a:rPr lang="en-US"/>
            <a:t>==</a:t>
          </a:r>
        </a:p>
      </dgm:t>
    </dgm:pt>
    <dgm:pt modelId="{0D1A5F85-3738-4523-994D-C854061AE1DF}" type="parTrans" cxnId="{192FC745-B3A1-4493-8B88-153FC5526787}">
      <dgm:prSet/>
      <dgm:spPr/>
      <dgm:t>
        <a:bodyPr/>
        <a:lstStyle/>
        <a:p>
          <a:endParaRPr lang="en-US"/>
        </a:p>
      </dgm:t>
    </dgm:pt>
    <dgm:pt modelId="{6C1AE32D-C623-4914-93F4-CD98514A1E34}" type="sibTrans" cxnId="{192FC745-B3A1-4493-8B88-153FC5526787}">
      <dgm:prSet/>
      <dgm:spPr/>
      <dgm:t>
        <a:bodyPr/>
        <a:lstStyle/>
        <a:p>
          <a:endParaRPr lang="en-US"/>
        </a:p>
      </dgm:t>
    </dgm:pt>
    <dgm:pt modelId="{BD70415F-4082-4B10-BF45-9D17F030D018}">
      <dgm:prSet/>
      <dgm:spPr/>
      <dgm:t>
        <a:bodyPr/>
        <a:lstStyle/>
        <a:p>
          <a:r>
            <a:rPr lang="en-US"/>
            <a:t>Equals</a:t>
          </a:r>
        </a:p>
      </dgm:t>
    </dgm:pt>
    <dgm:pt modelId="{A022E52B-5A86-49EA-8BDF-19020E228B7B}" type="parTrans" cxnId="{3514E328-8F3B-482C-936D-68403930C652}">
      <dgm:prSet/>
      <dgm:spPr/>
      <dgm:t>
        <a:bodyPr/>
        <a:lstStyle/>
        <a:p>
          <a:endParaRPr lang="en-US"/>
        </a:p>
      </dgm:t>
    </dgm:pt>
    <dgm:pt modelId="{EF0AFB68-BBEC-4EE2-B6CB-6A6B5319EFC9}" type="sibTrans" cxnId="{3514E328-8F3B-482C-936D-68403930C652}">
      <dgm:prSet/>
      <dgm:spPr/>
      <dgm:t>
        <a:bodyPr/>
        <a:lstStyle/>
        <a:p>
          <a:endParaRPr lang="en-US"/>
        </a:p>
      </dgm:t>
    </dgm:pt>
    <dgm:pt modelId="{2B32BD8F-DF1A-4450-BE37-DA3EB66DB3B7}">
      <dgm:prSet/>
      <dgm:spPr/>
      <dgm:t>
        <a:bodyPr/>
        <a:lstStyle/>
        <a:p>
          <a:r>
            <a:rPr lang="en-US"/>
            <a:t>!=</a:t>
          </a:r>
        </a:p>
      </dgm:t>
    </dgm:pt>
    <dgm:pt modelId="{EECDA496-4E76-4955-A5DB-EC744AD6B2BB}" type="parTrans" cxnId="{2D0872E5-6B57-4985-8C06-6514B447B13E}">
      <dgm:prSet/>
      <dgm:spPr/>
      <dgm:t>
        <a:bodyPr/>
        <a:lstStyle/>
        <a:p>
          <a:endParaRPr lang="en-US"/>
        </a:p>
      </dgm:t>
    </dgm:pt>
    <dgm:pt modelId="{881B854A-2A13-4950-B436-7F7BA94EC5B8}" type="sibTrans" cxnId="{2D0872E5-6B57-4985-8C06-6514B447B13E}">
      <dgm:prSet/>
      <dgm:spPr/>
      <dgm:t>
        <a:bodyPr/>
        <a:lstStyle/>
        <a:p>
          <a:endParaRPr lang="en-US"/>
        </a:p>
      </dgm:t>
    </dgm:pt>
    <dgm:pt modelId="{FDCCE3AA-EBFF-4949-8A67-0A82BE1508A8}">
      <dgm:prSet/>
      <dgm:spPr/>
      <dgm:t>
        <a:bodyPr/>
        <a:lstStyle/>
        <a:p>
          <a:r>
            <a:rPr lang="en-US"/>
            <a:t>Doesn’t equal</a:t>
          </a:r>
        </a:p>
      </dgm:t>
    </dgm:pt>
    <dgm:pt modelId="{D59170D4-0BC0-477C-AA5E-F745EC7B04ED}" type="parTrans" cxnId="{0D8141F1-14AB-4164-908E-4CB684F26B03}">
      <dgm:prSet/>
      <dgm:spPr/>
      <dgm:t>
        <a:bodyPr/>
        <a:lstStyle/>
        <a:p>
          <a:endParaRPr lang="en-US"/>
        </a:p>
      </dgm:t>
    </dgm:pt>
    <dgm:pt modelId="{2209537C-FF47-4AAC-B1DD-26CD2D5A218A}" type="sibTrans" cxnId="{0D8141F1-14AB-4164-908E-4CB684F26B03}">
      <dgm:prSet/>
      <dgm:spPr/>
      <dgm:t>
        <a:bodyPr/>
        <a:lstStyle/>
        <a:p>
          <a:endParaRPr lang="en-US"/>
        </a:p>
      </dgm:t>
    </dgm:pt>
    <dgm:pt modelId="{1B3583CD-990E-4BC4-A1C6-4894120E2D66}">
      <dgm:prSet/>
      <dgm:spPr/>
      <dgm:t>
        <a:bodyPr/>
        <a:lstStyle/>
        <a:p>
          <a:r>
            <a:rPr lang="en-US"/>
            <a:t>&lt;=</a:t>
          </a:r>
        </a:p>
      </dgm:t>
    </dgm:pt>
    <dgm:pt modelId="{3060D250-687C-42FB-89F3-A8D463B95A81}" type="parTrans" cxnId="{7F1555D7-A9E7-46AF-8E83-9C59767A77ED}">
      <dgm:prSet/>
      <dgm:spPr/>
      <dgm:t>
        <a:bodyPr/>
        <a:lstStyle/>
        <a:p>
          <a:endParaRPr lang="en-US"/>
        </a:p>
      </dgm:t>
    </dgm:pt>
    <dgm:pt modelId="{F41FF2E7-44E6-4C92-8E25-C0D081AB022D}" type="sibTrans" cxnId="{7F1555D7-A9E7-46AF-8E83-9C59767A77ED}">
      <dgm:prSet/>
      <dgm:spPr/>
      <dgm:t>
        <a:bodyPr/>
        <a:lstStyle/>
        <a:p>
          <a:endParaRPr lang="en-US"/>
        </a:p>
      </dgm:t>
    </dgm:pt>
    <dgm:pt modelId="{72A959E1-0447-41C4-864B-CB6986FFEA8B}">
      <dgm:prSet/>
      <dgm:spPr/>
      <dgm:t>
        <a:bodyPr/>
        <a:lstStyle/>
        <a:p>
          <a:r>
            <a:rPr lang="en-US"/>
            <a:t>Less than or equal to</a:t>
          </a:r>
        </a:p>
      </dgm:t>
    </dgm:pt>
    <dgm:pt modelId="{44D7BA41-A12D-4B81-A203-C1C1D412D0FA}" type="parTrans" cxnId="{137BEEF3-8993-4B7D-86C5-9B8FEFD306CA}">
      <dgm:prSet/>
      <dgm:spPr/>
      <dgm:t>
        <a:bodyPr/>
        <a:lstStyle/>
        <a:p>
          <a:endParaRPr lang="en-US"/>
        </a:p>
      </dgm:t>
    </dgm:pt>
    <dgm:pt modelId="{248ED130-6016-449D-8E91-0660100A6461}" type="sibTrans" cxnId="{137BEEF3-8993-4B7D-86C5-9B8FEFD306CA}">
      <dgm:prSet/>
      <dgm:spPr/>
      <dgm:t>
        <a:bodyPr/>
        <a:lstStyle/>
        <a:p>
          <a:endParaRPr lang="en-US"/>
        </a:p>
      </dgm:t>
    </dgm:pt>
    <dgm:pt modelId="{8454AA41-90F0-4C47-862F-AB4ED95FC278}">
      <dgm:prSet/>
      <dgm:spPr/>
      <dgm:t>
        <a:bodyPr/>
        <a:lstStyle/>
        <a:p>
          <a:r>
            <a:rPr lang="en-US"/>
            <a:t>&gt;=</a:t>
          </a:r>
        </a:p>
      </dgm:t>
    </dgm:pt>
    <dgm:pt modelId="{017351E9-8754-4CCC-8420-66D8BF63D499}" type="parTrans" cxnId="{A0AACFCB-4C09-41BF-9D8A-6EEF1AF160AB}">
      <dgm:prSet/>
      <dgm:spPr/>
      <dgm:t>
        <a:bodyPr/>
        <a:lstStyle/>
        <a:p>
          <a:endParaRPr lang="en-US"/>
        </a:p>
      </dgm:t>
    </dgm:pt>
    <dgm:pt modelId="{77DF21B0-E9C3-4C42-842C-05F7CBA22DE9}" type="sibTrans" cxnId="{A0AACFCB-4C09-41BF-9D8A-6EEF1AF160AB}">
      <dgm:prSet/>
      <dgm:spPr/>
      <dgm:t>
        <a:bodyPr/>
        <a:lstStyle/>
        <a:p>
          <a:endParaRPr lang="en-US"/>
        </a:p>
      </dgm:t>
    </dgm:pt>
    <dgm:pt modelId="{01ED0406-6791-4E35-AA61-CFF8A4A6C388}">
      <dgm:prSet/>
      <dgm:spPr/>
      <dgm:t>
        <a:bodyPr/>
        <a:lstStyle/>
        <a:p>
          <a:r>
            <a:rPr lang="en-US"/>
            <a:t>Greater than or equal to</a:t>
          </a:r>
        </a:p>
      </dgm:t>
    </dgm:pt>
    <dgm:pt modelId="{D9DB6825-F439-42FE-ACF4-DE35815AAB68}" type="parTrans" cxnId="{E249598D-49C3-4552-AF88-1941DD1037C6}">
      <dgm:prSet/>
      <dgm:spPr/>
      <dgm:t>
        <a:bodyPr/>
        <a:lstStyle/>
        <a:p>
          <a:endParaRPr lang="en-US"/>
        </a:p>
      </dgm:t>
    </dgm:pt>
    <dgm:pt modelId="{3DE8D356-FAC1-4DA7-9AFF-C37F56254DD7}" type="sibTrans" cxnId="{E249598D-49C3-4552-AF88-1941DD1037C6}">
      <dgm:prSet/>
      <dgm:spPr/>
      <dgm:t>
        <a:bodyPr/>
        <a:lstStyle/>
        <a:p>
          <a:endParaRPr lang="en-US"/>
        </a:p>
      </dgm:t>
    </dgm:pt>
    <dgm:pt modelId="{BC961A28-65CD-4E4E-9912-A6EDBF6A7FE9}" type="pres">
      <dgm:prSet presAssocID="{343F249F-D4AF-4C78-A2E3-0185FD56AD14}" presName="Name0" presStyleCnt="0">
        <dgm:presLayoutVars>
          <dgm:dir/>
          <dgm:animLvl val="lvl"/>
          <dgm:resizeHandles val="exact"/>
        </dgm:presLayoutVars>
      </dgm:prSet>
      <dgm:spPr/>
    </dgm:pt>
    <dgm:pt modelId="{85A37B20-158F-4DA8-B056-819A853FD6FC}" type="pres">
      <dgm:prSet presAssocID="{37AA1316-7634-4FA9-90B3-608292AA37A6}" presName="composite" presStyleCnt="0"/>
      <dgm:spPr/>
    </dgm:pt>
    <dgm:pt modelId="{8AB0F2F2-E910-4D45-8919-93391C0B8C80}" type="pres">
      <dgm:prSet presAssocID="{37AA1316-7634-4FA9-90B3-608292AA37A6}" presName="parTx" presStyleLbl="alignNode1" presStyleIdx="0" presStyleCnt="6">
        <dgm:presLayoutVars>
          <dgm:chMax val="0"/>
          <dgm:chPref val="0"/>
          <dgm:bulletEnabled val="1"/>
        </dgm:presLayoutVars>
      </dgm:prSet>
      <dgm:spPr/>
    </dgm:pt>
    <dgm:pt modelId="{309E3600-842F-482E-A6A9-03135D49D3C1}" type="pres">
      <dgm:prSet presAssocID="{37AA1316-7634-4FA9-90B3-608292AA37A6}" presName="desTx" presStyleLbl="alignAccFollowNode1" presStyleIdx="0" presStyleCnt="6">
        <dgm:presLayoutVars>
          <dgm:bulletEnabled val="1"/>
        </dgm:presLayoutVars>
      </dgm:prSet>
      <dgm:spPr/>
    </dgm:pt>
    <dgm:pt modelId="{41C30226-CB02-4452-B95E-91FDA2C91BF1}" type="pres">
      <dgm:prSet presAssocID="{5F05F660-3782-4853-8401-7CA29F0DCFE1}" presName="space" presStyleCnt="0"/>
      <dgm:spPr/>
    </dgm:pt>
    <dgm:pt modelId="{415858C2-8EB3-427E-98EC-5F4FDF393724}" type="pres">
      <dgm:prSet presAssocID="{88466BEB-8A6F-4539-8614-841721DFFDDD}" presName="composite" presStyleCnt="0"/>
      <dgm:spPr/>
    </dgm:pt>
    <dgm:pt modelId="{72C8FFC9-ED91-42D0-A9FD-3C66ACDBC507}" type="pres">
      <dgm:prSet presAssocID="{88466BEB-8A6F-4539-8614-841721DFFDDD}" presName="parTx" presStyleLbl="alignNode1" presStyleIdx="1" presStyleCnt="6">
        <dgm:presLayoutVars>
          <dgm:chMax val="0"/>
          <dgm:chPref val="0"/>
          <dgm:bulletEnabled val="1"/>
        </dgm:presLayoutVars>
      </dgm:prSet>
      <dgm:spPr/>
    </dgm:pt>
    <dgm:pt modelId="{AD441522-9AEA-48CC-A852-7C608FB5FDE4}" type="pres">
      <dgm:prSet presAssocID="{88466BEB-8A6F-4539-8614-841721DFFDDD}" presName="desTx" presStyleLbl="alignAccFollowNode1" presStyleIdx="1" presStyleCnt="6">
        <dgm:presLayoutVars>
          <dgm:bulletEnabled val="1"/>
        </dgm:presLayoutVars>
      </dgm:prSet>
      <dgm:spPr/>
    </dgm:pt>
    <dgm:pt modelId="{36054BED-88C4-4B1C-B196-7DD8C3BE1C48}" type="pres">
      <dgm:prSet presAssocID="{8C795667-D8D4-471B-8ABD-70389BC15491}" presName="space" presStyleCnt="0"/>
      <dgm:spPr/>
    </dgm:pt>
    <dgm:pt modelId="{02C61CBC-646E-4221-BAEC-B441670AE9B0}" type="pres">
      <dgm:prSet presAssocID="{6DE3E21E-9A25-45D9-ACA8-2A374B9B5F31}" presName="composite" presStyleCnt="0"/>
      <dgm:spPr/>
    </dgm:pt>
    <dgm:pt modelId="{79A1EB39-AD30-4E1D-B198-665D62D42F3D}" type="pres">
      <dgm:prSet presAssocID="{6DE3E21E-9A25-45D9-ACA8-2A374B9B5F31}" presName="parTx" presStyleLbl="alignNode1" presStyleIdx="2" presStyleCnt="6">
        <dgm:presLayoutVars>
          <dgm:chMax val="0"/>
          <dgm:chPref val="0"/>
          <dgm:bulletEnabled val="1"/>
        </dgm:presLayoutVars>
      </dgm:prSet>
      <dgm:spPr/>
    </dgm:pt>
    <dgm:pt modelId="{EE48CB4D-5E6A-4673-A9FF-24ED722BC12B}" type="pres">
      <dgm:prSet presAssocID="{6DE3E21E-9A25-45D9-ACA8-2A374B9B5F31}" presName="desTx" presStyleLbl="alignAccFollowNode1" presStyleIdx="2" presStyleCnt="6">
        <dgm:presLayoutVars>
          <dgm:bulletEnabled val="1"/>
        </dgm:presLayoutVars>
      </dgm:prSet>
      <dgm:spPr/>
    </dgm:pt>
    <dgm:pt modelId="{64A53857-55C9-4B6D-958E-3E5DA66C2C0B}" type="pres">
      <dgm:prSet presAssocID="{6C1AE32D-C623-4914-93F4-CD98514A1E34}" presName="space" presStyleCnt="0"/>
      <dgm:spPr/>
    </dgm:pt>
    <dgm:pt modelId="{EA80A15D-BB7B-4CFC-886D-BFB81AF864DF}" type="pres">
      <dgm:prSet presAssocID="{2B32BD8F-DF1A-4450-BE37-DA3EB66DB3B7}" presName="composite" presStyleCnt="0"/>
      <dgm:spPr/>
    </dgm:pt>
    <dgm:pt modelId="{02798193-BCE9-49F3-B40B-3E1DE694944E}" type="pres">
      <dgm:prSet presAssocID="{2B32BD8F-DF1A-4450-BE37-DA3EB66DB3B7}" presName="parTx" presStyleLbl="alignNode1" presStyleIdx="3" presStyleCnt="6">
        <dgm:presLayoutVars>
          <dgm:chMax val="0"/>
          <dgm:chPref val="0"/>
          <dgm:bulletEnabled val="1"/>
        </dgm:presLayoutVars>
      </dgm:prSet>
      <dgm:spPr/>
    </dgm:pt>
    <dgm:pt modelId="{4AFD6CB7-CEAE-4584-9F05-9E0B65C1A76C}" type="pres">
      <dgm:prSet presAssocID="{2B32BD8F-DF1A-4450-BE37-DA3EB66DB3B7}" presName="desTx" presStyleLbl="alignAccFollowNode1" presStyleIdx="3" presStyleCnt="6">
        <dgm:presLayoutVars>
          <dgm:bulletEnabled val="1"/>
        </dgm:presLayoutVars>
      </dgm:prSet>
      <dgm:spPr/>
    </dgm:pt>
    <dgm:pt modelId="{1EDA5D32-5CC3-49B9-9B34-480140338906}" type="pres">
      <dgm:prSet presAssocID="{881B854A-2A13-4950-B436-7F7BA94EC5B8}" presName="space" presStyleCnt="0"/>
      <dgm:spPr/>
    </dgm:pt>
    <dgm:pt modelId="{7E8C8185-5FF1-4EC3-931B-D4BD8B87E545}" type="pres">
      <dgm:prSet presAssocID="{1B3583CD-990E-4BC4-A1C6-4894120E2D66}" presName="composite" presStyleCnt="0"/>
      <dgm:spPr/>
    </dgm:pt>
    <dgm:pt modelId="{383D8ABB-860D-4786-9237-40A2DF0573FE}" type="pres">
      <dgm:prSet presAssocID="{1B3583CD-990E-4BC4-A1C6-4894120E2D66}" presName="parTx" presStyleLbl="alignNode1" presStyleIdx="4" presStyleCnt="6">
        <dgm:presLayoutVars>
          <dgm:chMax val="0"/>
          <dgm:chPref val="0"/>
          <dgm:bulletEnabled val="1"/>
        </dgm:presLayoutVars>
      </dgm:prSet>
      <dgm:spPr/>
    </dgm:pt>
    <dgm:pt modelId="{EAE3A15A-4A41-44C6-B65F-62896DB1C9F5}" type="pres">
      <dgm:prSet presAssocID="{1B3583CD-990E-4BC4-A1C6-4894120E2D66}" presName="desTx" presStyleLbl="alignAccFollowNode1" presStyleIdx="4" presStyleCnt="6">
        <dgm:presLayoutVars>
          <dgm:bulletEnabled val="1"/>
        </dgm:presLayoutVars>
      </dgm:prSet>
      <dgm:spPr/>
    </dgm:pt>
    <dgm:pt modelId="{BD300641-4472-492B-BE69-347793F475F5}" type="pres">
      <dgm:prSet presAssocID="{F41FF2E7-44E6-4C92-8E25-C0D081AB022D}" presName="space" presStyleCnt="0"/>
      <dgm:spPr/>
    </dgm:pt>
    <dgm:pt modelId="{DD3B4A70-D1D0-4BC0-A1F3-B5B7ABE916F6}" type="pres">
      <dgm:prSet presAssocID="{8454AA41-90F0-4C47-862F-AB4ED95FC278}" presName="composite" presStyleCnt="0"/>
      <dgm:spPr/>
    </dgm:pt>
    <dgm:pt modelId="{B7E3E167-515E-4AF6-8E90-E0FA438F9235}" type="pres">
      <dgm:prSet presAssocID="{8454AA41-90F0-4C47-862F-AB4ED95FC278}" presName="parTx" presStyleLbl="alignNode1" presStyleIdx="5" presStyleCnt="6">
        <dgm:presLayoutVars>
          <dgm:chMax val="0"/>
          <dgm:chPref val="0"/>
          <dgm:bulletEnabled val="1"/>
        </dgm:presLayoutVars>
      </dgm:prSet>
      <dgm:spPr/>
    </dgm:pt>
    <dgm:pt modelId="{B6D94169-371E-406A-B3E6-BAF8E3B3CE65}" type="pres">
      <dgm:prSet presAssocID="{8454AA41-90F0-4C47-862F-AB4ED95FC278}" presName="desTx" presStyleLbl="alignAccFollowNode1" presStyleIdx="5" presStyleCnt="6">
        <dgm:presLayoutVars>
          <dgm:bulletEnabled val="1"/>
        </dgm:presLayoutVars>
      </dgm:prSet>
      <dgm:spPr/>
    </dgm:pt>
  </dgm:ptLst>
  <dgm:cxnLst>
    <dgm:cxn modelId="{3071CC07-AC6D-41A4-ACCC-7AC083E63320}" type="presOf" srcId="{976C5056-476C-4284-B62E-475425E75AD7}" destId="{AD441522-9AEA-48CC-A852-7C608FB5FDE4}" srcOrd="0" destOrd="0" presId="urn:microsoft.com/office/officeart/2005/8/layout/hList1"/>
    <dgm:cxn modelId="{ACEA2C15-5BA3-4928-AC14-49153A6D626E}" type="presOf" srcId="{88466BEB-8A6F-4539-8614-841721DFFDDD}" destId="{72C8FFC9-ED91-42D0-A9FD-3C66ACDBC507}" srcOrd="0" destOrd="0" presId="urn:microsoft.com/office/officeart/2005/8/layout/hList1"/>
    <dgm:cxn modelId="{6D9C031E-30E8-4C4B-9F49-432E344BA0DE}" srcId="{37AA1316-7634-4FA9-90B3-608292AA37A6}" destId="{C6AE649F-7FC8-47AF-92FF-832F8E448DD0}" srcOrd="0" destOrd="0" parTransId="{42DCC20A-5C0A-4505-B077-D17A94BB2B41}" sibTransId="{3658B0E3-5B92-4CF7-92A3-F8A95D0981C2}"/>
    <dgm:cxn modelId="{3514E328-8F3B-482C-936D-68403930C652}" srcId="{6DE3E21E-9A25-45D9-ACA8-2A374B9B5F31}" destId="{BD70415F-4082-4B10-BF45-9D17F030D018}" srcOrd="0" destOrd="0" parTransId="{A022E52B-5A86-49EA-8BDF-19020E228B7B}" sibTransId="{EF0AFB68-BBEC-4EE2-B6CB-6A6B5319EFC9}"/>
    <dgm:cxn modelId="{144B2B42-D8CA-4E17-BF60-48A0271FF5C9}" srcId="{88466BEB-8A6F-4539-8614-841721DFFDDD}" destId="{976C5056-476C-4284-B62E-475425E75AD7}" srcOrd="0" destOrd="0" parTransId="{161A4FE2-D144-4E4B-8325-578E7E837C37}" sibTransId="{AA64424C-F2AB-4476-9A43-983B47EE9C79}"/>
    <dgm:cxn modelId="{1E84C563-0FC0-4B15-AD0D-4D5128AC887E}" type="presOf" srcId="{37AA1316-7634-4FA9-90B3-608292AA37A6}" destId="{8AB0F2F2-E910-4D45-8919-93391C0B8C80}" srcOrd="0" destOrd="0" presId="urn:microsoft.com/office/officeart/2005/8/layout/hList1"/>
    <dgm:cxn modelId="{192FC745-B3A1-4493-8B88-153FC5526787}" srcId="{343F249F-D4AF-4C78-A2E3-0185FD56AD14}" destId="{6DE3E21E-9A25-45D9-ACA8-2A374B9B5F31}" srcOrd="2" destOrd="0" parTransId="{0D1A5F85-3738-4523-994D-C854061AE1DF}" sibTransId="{6C1AE32D-C623-4914-93F4-CD98514A1E34}"/>
    <dgm:cxn modelId="{B84D2648-0414-4CC3-8401-2F513F80A044}" type="presOf" srcId="{1B3583CD-990E-4BC4-A1C6-4894120E2D66}" destId="{383D8ABB-860D-4786-9237-40A2DF0573FE}" srcOrd="0" destOrd="0" presId="urn:microsoft.com/office/officeart/2005/8/layout/hList1"/>
    <dgm:cxn modelId="{6851D672-8CAF-4798-92BC-F2290830B7AC}" type="presOf" srcId="{C6AE649F-7FC8-47AF-92FF-832F8E448DD0}" destId="{309E3600-842F-482E-A6A9-03135D49D3C1}" srcOrd="0" destOrd="0" presId="urn:microsoft.com/office/officeart/2005/8/layout/hList1"/>
    <dgm:cxn modelId="{46305D82-4950-4F85-B669-16FE27405130}" type="presOf" srcId="{72A959E1-0447-41C4-864B-CB6986FFEA8B}" destId="{EAE3A15A-4A41-44C6-B65F-62896DB1C9F5}" srcOrd="0" destOrd="0" presId="urn:microsoft.com/office/officeart/2005/8/layout/hList1"/>
    <dgm:cxn modelId="{23486488-041B-4984-AF69-A084F0248540}" type="presOf" srcId="{BD70415F-4082-4B10-BF45-9D17F030D018}" destId="{EE48CB4D-5E6A-4673-A9FF-24ED722BC12B}" srcOrd="0" destOrd="0" presId="urn:microsoft.com/office/officeart/2005/8/layout/hList1"/>
    <dgm:cxn modelId="{E249598D-49C3-4552-AF88-1941DD1037C6}" srcId="{8454AA41-90F0-4C47-862F-AB4ED95FC278}" destId="{01ED0406-6791-4E35-AA61-CFF8A4A6C388}" srcOrd="0" destOrd="0" parTransId="{D9DB6825-F439-42FE-ACF4-DE35815AAB68}" sibTransId="{3DE8D356-FAC1-4DA7-9AFF-C37F56254DD7}"/>
    <dgm:cxn modelId="{C91332AA-60EA-4C39-A4A1-B37CC0CD8B8F}" type="presOf" srcId="{01ED0406-6791-4E35-AA61-CFF8A4A6C388}" destId="{B6D94169-371E-406A-B3E6-BAF8E3B3CE65}" srcOrd="0" destOrd="0" presId="urn:microsoft.com/office/officeart/2005/8/layout/hList1"/>
    <dgm:cxn modelId="{BCAA04AF-0B5E-4D60-9EDD-662B7E950E42}" srcId="{343F249F-D4AF-4C78-A2E3-0185FD56AD14}" destId="{88466BEB-8A6F-4539-8614-841721DFFDDD}" srcOrd="1" destOrd="0" parTransId="{47306FE0-5CE2-4D28-8CF0-586574D2A57F}" sibTransId="{8C795667-D8D4-471B-8ABD-70389BC15491}"/>
    <dgm:cxn modelId="{5D427FBC-FD76-42C4-A267-69106A407C8B}" type="presOf" srcId="{6DE3E21E-9A25-45D9-ACA8-2A374B9B5F31}" destId="{79A1EB39-AD30-4E1D-B198-665D62D42F3D}" srcOrd="0" destOrd="0" presId="urn:microsoft.com/office/officeart/2005/8/layout/hList1"/>
    <dgm:cxn modelId="{A0AACFCB-4C09-41BF-9D8A-6EEF1AF160AB}" srcId="{343F249F-D4AF-4C78-A2E3-0185FD56AD14}" destId="{8454AA41-90F0-4C47-862F-AB4ED95FC278}" srcOrd="5" destOrd="0" parTransId="{017351E9-8754-4CCC-8420-66D8BF63D499}" sibTransId="{77DF21B0-E9C3-4C42-842C-05F7CBA22DE9}"/>
    <dgm:cxn modelId="{EEC6ECCE-55E2-4D26-B0C1-B5ACD2717685}" srcId="{343F249F-D4AF-4C78-A2E3-0185FD56AD14}" destId="{37AA1316-7634-4FA9-90B3-608292AA37A6}" srcOrd="0" destOrd="0" parTransId="{E819F2BE-1E04-4162-9913-88D5EA9EA1B2}" sibTransId="{5F05F660-3782-4853-8401-7CA29F0DCFE1}"/>
    <dgm:cxn modelId="{5A231AD4-2930-4A25-8760-FAA917828968}" type="presOf" srcId="{8454AA41-90F0-4C47-862F-AB4ED95FC278}" destId="{B7E3E167-515E-4AF6-8E90-E0FA438F9235}" srcOrd="0" destOrd="0" presId="urn:microsoft.com/office/officeart/2005/8/layout/hList1"/>
    <dgm:cxn modelId="{7F1555D7-A9E7-46AF-8E83-9C59767A77ED}" srcId="{343F249F-D4AF-4C78-A2E3-0185FD56AD14}" destId="{1B3583CD-990E-4BC4-A1C6-4894120E2D66}" srcOrd="4" destOrd="0" parTransId="{3060D250-687C-42FB-89F3-A8D463B95A81}" sibTransId="{F41FF2E7-44E6-4C92-8E25-C0D081AB022D}"/>
    <dgm:cxn modelId="{7B3B78DB-323B-4338-8D72-2838FB0EFCB9}" type="presOf" srcId="{FDCCE3AA-EBFF-4949-8A67-0A82BE1508A8}" destId="{4AFD6CB7-CEAE-4584-9F05-9E0B65C1A76C}" srcOrd="0" destOrd="0" presId="urn:microsoft.com/office/officeart/2005/8/layout/hList1"/>
    <dgm:cxn modelId="{2D0872E5-6B57-4985-8C06-6514B447B13E}" srcId="{343F249F-D4AF-4C78-A2E3-0185FD56AD14}" destId="{2B32BD8F-DF1A-4450-BE37-DA3EB66DB3B7}" srcOrd="3" destOrd="0" parTransId="{EECDA496-4E76-4955-A5DB-EC744AD6B2BB}" sibTransId="{881B854A-2A13-4950-B436-7F7BA94EC5B8}"/>
    <dgm:cxn modelId="{0D8141F1-14AB-4164-908E-4CB684F26B03}" srcId="{2B32BD8F-DF1A-4450-BE37-DA3EB66DB3B7}" destId="{FDCCE3AA-EBFF-4949-8A67-0A82BE1508A8}" srcOrd="0" destOrd="0" parTransId="{D59170D4-0BC0-477C-AA5E-F745EC7B04ED}" sibTransId="{2209537C-FF47-4AAC-B1DD-26CD2D5A218A}"/>
    <dgm:cxn modelId="{137BEEF3-8993-4B7D-86C5-9B8FEFD306CA}" srcId="{1B3583CD-990E-4BC4-A1C6-4894120E2D66}" destId="{72A959E1-0447-41C4-864B-CB6986FFEA8B}" srcOrd="0" destOrd="0" parTransId="{44D7BA41-A12D-4B81-A203-C1C1D412D0FA}" sibTransId="{248ED130-6016-449D-8E91-0660100A6461}"/>
    <dgm:cxn modelId="{DD5794F5-8996-47B2-B02A-774C0CADD795}" type="presOf" srcId="{343F249F-D4AF-4C78-A2E3-0185FD56AD14}" destId="{BC961A28-65CD-4E4E-9912-A6EDBF6A7FE9}" srcOrd="0" destOrd="0" presId="urn:microsoft.com/office/officeart/2005/8/layout/hList1"/>
    <dgm:cxn modelId="{0A67FCFF-8E0C-4E88-8B98-554BAC567BA4}" type="presOf" srcId="{2B32BD8F-DF1A-4450-BE37-DA3EB66DB3B7}" destId="{02798193-BCE9-49F3-B40B-3E1DE694944E}" srcOrd="0" destOrd="0" presId="urn:microsoft.com/office/officeart/2005/8/layout/hList1"/>
    <dgm:cxn modelId="{DAE3487E-1F99-47CD-9750-0F28ACF9EAC4}" type="presParOf" srcId="{BC961A28-65CD-4E4E-9912-A6EDBF6A7FE9}" destId="{85A37B20-158F-4DA8-B056-819A853FD6FC}" srcOrd="0" destOrd="0" presId="urn:microsoft.com/office/officeart/2005/8/layout/hList1"/>
    <dgm:cxn modelId="{B7C32066-373B-4FF2-A3E8-33DEDE81D43D}" type="presParOf" srcId="{85A37B20-158F-4DA8-B056-819A853FD6FC}" destId="{8AB0F2F2-E910-4D45-8919-93391C0B8C80}" srcOrd="0" destOrd="0" presId="urn:microsoft.com/office/officeart/2005/8/layout/hList1"/>
    <dgm:cxn modelId="{CEEFCC2E-59D2-4663-A554-05AB40C50B55}" type="presParOf" srcId="{85A37B20-158F-4DA8-B056-819A853FD6FC}" destId="{309E3600-842F-482E-A6A9-03135D49D3C1}" srcOrd="1" destOrd="0" presId="urn:microsoft.com/office/officeart/2005/8/layout/hList1"/>
    <dgm:cxn modelId="{BADA6448-65CC-4AA7-8BFE-B9DF8F87952A}" type="presParOf" srcId="{BC961A28-65CD-4E4E-9912-A6EDBF6A7FE9}" destId="{41C30226-CB02-4452-B95E-91FDA2C91BF1}" srcOrd="1" destOrd="0" presId="urn:microsoft.com/office/officeart/2005/8/layout/hList1"/>
    <dgm:cxn modelId="{12A5BAED-C629-4CAF-A7E0-3EAA01FF52F9}" type="presParOf" srcId="{BC961A28-65CD-4E4E-9912-A6EDBF6A7FE9}" destId="{415858C2-8EB3-427E-98EC-5F4FDF393724}" srcOrd="2" destOrd="0" presId="urn:microsoft.com/office/officeart/2005/8/layout/hList1"/>
    <dgm:cxn modelId="{1C26CCAC-B79F-4C47-A13A-67B49F9317A1}" type="presParOf" srcId="{415858C2-8EB3-427E-98EC-5F4FDF393724}" destId="{72C8FFC9-ED91-42D0-A9FD-3C66ACDBC507}" srcOrd="0" destOrd="0" presId="urn:microsoft.com/office/officeart/2005/8/layout/hList1"/>
    <dgm:cxn modelId="{38B007E6-BA8D-490A-8E21-F5C5E2A65495}" type="presParOf" srcId="{415858C2-8EB3-427E-98EC-5F4FDF393724}" destId="{AD441522-9AEA-48CC-A852-7C608FB5FDE4}" srcOrd="1" destOrd="0" presId="urn:microsoft.com/office/officeart/2005/8/layout/hList1"/>
    <dgm:cxn modelId="{865C5DCC-D959-44FD-ACD2-BBB1D0879967}" type="presParOf" srcId="{BC961A28-65CD-4E4E-9912-A6EDBF6A7FE9}" destId="{36054BED-88C4-4B1C-B196-7DD8C3BE1C48}" srcOrd="3" destOrd="0" presId="urn:microsoft.com/office/officeart/2005/8/layout/hList1"/>
    <dgm:cxn modelId="{AB2487AA-BFBC-4E61-869F-F31F7B7A8AEC}" type="presParOf" srcId="{BC961A28-65CD-4E4E-9912-A6EDBF6A7FE9}" destId="{02C61CBC-646E-4221-BAEC-B441670AE9B0}" srcOrd="4" destOrd="0" presId="urn:microsoft.com/office/officeart/2005/8/layout/hList1"/>
    <dgm:cxn modelId="{FA68E451-BED4-43C4-9ECA-D43079E1F354}" type="presParOf" srcId="{02C61CBC-646E-4221-BAEC-B441670AE9B0}" destId="{79A1EB39-AD30-4E1D-B198-665D62D42F3D}" srcOrd="0" destOrd="0" presId="urn:microsoft.com/office/officeart/2005/8/layout/hList1"/>
    <dgm:cxn modelId="{94065EB5-72B9-4BC5-8A27-F8B6B34B2121}" type="presParOf" srcId="{02C61CBC-646E-4221-BAEC-B441670AE9B0}" destId="{EE48CB4D-5E6A-4673-A9FF-24ED722BC12B}" srcOrd="1" destOrd="0" presId="urn:microsoft.com/office/officeart/2005/8/layout/hList1"/>
    <dgm:cxn modelId="{222A937D-A22C-4107-98C1-7886605554C6}" type="presParOf" srcId="{BC961A28-65CD-4E4E-9912-A6EDBF6A7FE9}" destId="{64A53857-55C9-4B6D-958E-3E5DA66C2C0B}" srcOrd="5" destOrd="0" presId="urn:microsoft.com/office/officeart/2005/8/layout/hList1"/>
    <dgm:cxn modelId="{572FAF30-EBCF-40B9-93FD-0995EFA6F087}" type="presParOf" srcId="{BC961A28-65CD-4E4E-9912-A6EDBF6A7FE9}" destId="{EA80A15D-BB7B-4CFC-886D-BFB81AF864DF}" srcOrd="6" destOrd="0" presId="urn:microsoft.com/office/officeart/2005/8/layout/hList1"/>
    <dgm:cxn modelId="{A5D37029-999C-4E29-9DD1-3518751888AB}" type="presParOf" srcId="{EA80A15D-BB7B-4CFC-886D-BFB81AF864DF}" destId="{02798193-BCE9-49F3-B40B-3E1DE694944E}" srcOrd="0" destOrd="0" presId="urn:microsoft.com/office/officeart/2005/8/layout/hList1"/>
    <dgm:cxn modelId="{8D51B010-8EF3-4D5E-819B-35B916FD355E}" type="presParOf" srcId="{EA80A15D-BB7B-4CFC-886D-BFB81AF864DF}" destId="{4AFD6CB7-CEAE-4584-9F05-9E0B65C1A76C}" srcOrd="1" destOrd="0" presId="urn:microsoft.com/office/officeart/2005/8/layout/hList1"/>
    <dgm:cxn modelId="{AB9AB230-6807-48C5-98DC-B502B776D927}" type="presParOf" srcId="{BC961A28-65CD-4E4E-9912-A6EDBF6A7FE9}" destId="{1EDA5D32-5CC3-49B9-9B34-480140338906}" srcOrd="7" destOrd="0" presId="urn:microsoft.com/office/officeart/2005/8/layout/hList1"/>
    <dgm:cxn modelId="{6D3E0AB9-30DF-4240-B663-6514D3745645}" type="presParOf" srcId="{BC961A28-65CD-4E4E-9912-A6EDBF6A7FE9}" destId="{7E8C8185-5FF1-4EC3-931B-D4BD8B87E545}" srcOrd="8" destOrd="0" presId="urn:microsoft.com/office/officeart/2005/8/layout/hList1"/>
    <dgm:cxn modelId="{764158DE-354E-499F-B155-15F977BD6670}" type="presParOf" srcId="{7E8C8185-5FF1-4EC3-931B-D4BD8B87E545}" destId="{383D8ABB-860D-4786-9237-40A2DF0573FE}" srcOrd="0" destOrd="0" presId="urn:microsoft.com/office/officeart/2005/8/layout/hList1"/>
    <dgm:cxn modelId="{391837A8-B201-4C1E-8045-22727DC72362}" type="presParOf" srcId="{7E8C8185-5FF1-4EC3-931B-D4BD8B87E545}" destId="{EAE3A15A-4A41-44C6-B65F-62896DB1C9F5}" srcOrd="1" destOrd="0" presId="urn:microsoft.com/office/officeart/2005/8/layout/hList1"/>
    <dgm:cxn modelId="{5074AD21-2B19-4D38-8621-312101C462B2}" type="presParOf" srcId="{BC961A28-65CD-4E4E-9912-A6EDBF6A7FE9}" destId="{BD300641-4472-492B-BE69-347793F475F5}" srcOrd="9" destOrd="0" presId="urn:microsoft.com/office/officeart/2005/8/layout/hList1"/>
    <dgm:cxn modelId="{791D981F-A818-4DD1-A60D-2B083937F070}" type="presParOf" srcId="{BC961A28-65CD-4E4E-9912-A6EDBF6A7FE9}" destId="{DD3B4A70-D1D0-4BC0-A1F3-B5B7ABE916F6}" srcOrd="10" destOrd="0" presId="urn:microsoft.com/office/officeart/2005/8/layout/hList1"/>
    <dgm:cxn modelId="{F64DE6E7-ECF0-4535-9325-3789AB89458F}" type="presParOf" srcId="{DD3B4A70-D1D0-4BC0-A1F3-B5B7ABE916F6}" destId="{B7E3E167-515E-4AF6-8E90-E0FA438F9235}" srcOrd="0" destOrd="0" presId="urn:microsoft.com/office/officeart/2005/8/layout/hList1"/>
    <dgm:cxn modelId="{2BCA5FE6-5FD0-4C0F-A0C0-428901EC057E}" type="presParOf" srcId="{DD3B4A70-D1D0-4BC0-A1F3-B5B7ABE916F6}" destId="{B6D94169-371E-406A-B3E6-BAF8E3B3CE6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B0F2F2-E910-4D45-8919-93391C0B8C80}">
      <dsp:nvSpPr>
        <dsp:cNvPr id="0" name=""/>
        <dsp:cNvSpPr/>
      </dsp:nvSpPr>
      <dsp:spPr>
        <a:xfrm>
          <a:off x="2861" y="664936"/>
          <a:ext cx="1520079" cy="60803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&lt;</a:t>
          </a:r>
        </a:p>
      </dsp:txBody>
      <dsp:txXfrm>
        <a:off x="2861" y="664936"/>
        <a:ext cx="1520079" cy="608031"/>
      </dsp:txXfrm>
    </dsp:sp>
    <dsp:sp modelId="{309E3600-842F-482E-A6A9-03135D49D3C1}">
      <dsp:nvSpPr>
        <dsp:cNvPr id="0" name=""/>
        <dsp:cNvSpPr/>
      </dsp:nvSpPr>
      <dsp:spPr>
        <a:xfrm>
          <a:off x="2861" y="1272968"/>
          <a:ext cx="1520079" cy="1679940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Less than</a:t>
          </a:r>
        </a:p>
      </dsp:txBody>
      <dsp:txXfrm>
        <a:off x="2861" y="1272968"/>
        <a:ext cx="1520079" cy="1679940"/>
      </dsp:txXfrm>
    </dsp:sp>
    <dsp:sp modelId="{72C8FFC9-ED91-42D0-A9FD-3C66ACDBC507}">
      <dsp:nvSpPr>
        <dsp:cNvPr id="0" name=""/>
        <dsp:cNvSpPr/>
      </dsp:nvSpPr>
      <dsp:spPr>
        <a:xfrm>
          <a:off x="1735751" y="664936"/>
          <a:ext cx="1520079" cy="608031"/>
        </a:xfrm>
        <a:prstGeom prst="rect">
          <a:avLst/>
        </a:prstGeom>
        <a:solidFill>
          <a:schemeClr val="accent5">
            <a:hueOff val="-1470669"/>
            <a:satOff val="-2046"/>
            <a:lumOff val="-784"/>
            <a:alphaOff val="0"/>
          </a:schemeClr>
        </a:solidFill>
        <a:ln w="12700" cap="flat" cmpd="sng" algn="ctr">
          <a:solidFill>
            <a:schemeClr val="accent5">
              <a:hueOff val="-1470669"/>
              <a:satOff val="-2046"/>
              <a:lumOff val="-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&gt;</a:t>
          </a:r>
        </a:p>
      </dsp:txBody>
      <dsp:txXfrm>
        <a:off x="1735751" y="664936"/>
        <a:ext cx="1520079" cy="608031"/>
      </dsp:txXfrm>
    </dsp:sp>
    <dsp:sp modelId="{AD441522-9AEA-48CC-A852-7C608FB5FDE4}">
      <dsp:nvSpPr>
        <dsp:cNvPr id="0" name=""/>
        <dsp:cNvSpPr/>
      </dsp:nvSpPr>
      <dsp:spPr>
        <a:xfrm>
          <a:off x="1735751" y="1272968"/>
          <a:ext cx="1520079" cy="1679940"/>
        </a:xfrm>
        <a:prstGeom prst="rect">
          <a:avLst/>
        </a:prstGeom>
        <a:solidFill>
          <a:schemeClr val="accent5">
            <a:tint val="40000"/>
            <a:alpha val="90000"/>
            <a:hueOff val="-1478351"/>
            <a:satOff val="-2563"/>
            <a:lumOff val="-25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1478351"/>
              <a:satOff val="-2563"/>
              <a:lumOff val="-25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Greater than</a:t>
          </a:r>
        </a:p>
      </dsp:txBody>
      <dsp:txXfrm>
        <a:off x="1735751" y="1272968"/>
        <a:ext cx="1520079" cy="1679940"/>
      </dsp:txXfrm>
    </dsp:sp>
    <dsp:sp modelId="{79A1EB39-AD30-4E1D-B198-665D62D42F3D}">
      <dsp:nvSpPr>
        <dsp:cNvPr id="0" name=""/>
        <dsp:cNvSpPr/>
      </dsp:nvSpPr>
      <dsp:spPr>
        <a:xfrm>
          <a:off x="3468641" y="664936"/>
          <a:ext cx="1520079" cy="608031"/>
        </a:xfrm>
        <a:prstGeom prst="rect">
          <a:avLst/>
        </a:prstGeom>
        <a:solidFill>
          <a:schemeClr val="accent5">
            <a:hueOff val="-2941338"/>
            <a:satOff val="-4091"/>
            <a:lumOff val="-1569"/>
            <a:alphaOff val="0"/>
          </a:schemeClr>
        </a:solidFill>
        <a:ln w="12700" cap="flat" cmpd="sng" algn="ctr">
          <a:solidFill>
            <a:schemeClr val="accent5">
              <a:hueOff val="-2941338"/>
              <a:satOff val="-4091"/>
              <a:lumOff val="-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==</a:t>
          </a:r>
        </a:p>
      </dsp:txBody>
      <dsp:txXfrm>
        <a:off x="3468641" y="664936"/>
        <a:ext cx="1520079" cy="608031"/>
      </dsp:txXfrm>
    </dsp:sp>
    <dsp:sp modelId="{EE48CB4D-5E6A-4673-A9FF-24ED722BC12B}">
      <dsp:nvSpPr>
        <dsp:cNvPr id="0" name=""/>
        <dsp:cNvSpPr/>
      </dsp:nvSpPr>
      <dsp:spPr>
        <a:xfrm>
          <a:off x="3468641" y="1272968"/>
          <a:ext cx="1520079" cy="1679940"/>
        </a:xfrm>
        <a:prstGeom prst="rect">
          <a:avLst/>
        </a:prstGeom>
        <a:solidFill>
          <a:schemeClr val="accent5">
            <a:tint val="40000"/>
            <a:alpha val="90000"/>
            <a:hueOff val="-2956702"/>
            <a:satOff val="-5126"/>
            <a:lumOff val="-516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2956702"/>
              <a:satOff val="-5126"/>
              <a:lumOff val="-5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Equals</a:t>
          </a:r>
        </a:p>
      </dsp:txBody>
      <dsp:txXfrm>
        <a:off x="3468641" y="1272968"/>
        <a:ext cx="1520079" cy="1679940"/>
      </dsp:txXfrm>
    </dsp:sp>
    <dsp:sp modelId="{02798193-BCE9-49F3-B40B-3E1DE694944E}">
      <dsp:nvSpPr>
        <dsp:cNvPr id="0" name=""/>
        <dsp:cNvSpPr/>
      </dsp:nvSpPr>
      <dsp:spPr>
        <a:xfrm>
          <a:off x="5201531" y="664936"/>
          <a:ext cx="1520079" cy="608031"/>
        </a:xfrm>
        <a:prstGeom prst="rect">
          <a:avLst/>
        </a:prstGeom>
        <a:solidFill>
          <a:schemeClr val="accent5">
            <a:hueOff val="-4412007"/>
            <a:satOff val="-6137"/>
            <a:lumOff val="-2353"/>
            <a:alphaOff val="0"/>
          </a:schemeClr>
        </a:solidFill>
        <a:ln w="12700" cap="flat" cmpd="sng" algn="ctr">
          <a:solidFill>
            <a:schemeClr val="accent5">
              <a:hueOff val="-4412007"/>
              <a:satOff val="-6137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!=</a:t>
          </a:r>
        </a:p>
      </dsp:txBody>
      <dsp:txXfrm>
        <a:off x="5201531" y="664936"/>
        <a:ext cx="1520079" cy="608031"/>
      </dsp:txXfrm>
    </dsp:sp>
    <dsp:sp modelId="{4AFD6CB7-CEAE-4584-9F05-9E0B65C1A76C}">
      <dsp:nvSpPr>
        <dsp:cNvPr id="0" name=""/>
        <dsp:cNvSpPr/>
      </dsp:nvSpPr>
      <dsp:spPr>
        <a:xfrm>
          <a:off x="5201531" y="1272968"/>
          <a:ext cx="1520079" cy="1679940"/>
        </a:xfrm>
        <a:prstGeom prst="rect">
          <a:avLst/>
        </a:prstGeom>
        <a:solidFill>
          <a:schemeClr val="accent5">
            <a:tint val="40000"/>
            <a:alpha val="90000"/>
            <a:hueOff val="-4435053"/>
            <a:satOff val="-7690"/>
            <a:lumOff val="-773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4435053"/>
              <a:satOff val="-7690"/>
              <a:lumOff val="-77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Doesn’t equal</a:t>
          </a:r>
        </a:p>
      </dsp:txBody>
      <dsp:txXfrm>
        <a:off x="5201531" y="1272968"/>
        <a:ext cx="1520079" cy="1679940"/>
      </dsp:txXfrm>
    </dsp:sp>
    <dsp:sp modelId="{383D8ABB-860D-4786-9237-40A2DF0573FE}">
      <dsp:nvSpPr>
        <dsp:cNvPr id="0" name=""/>
        <dsp:cNvSpPr/>
      </dsp:nvSpPr>
      <dsp:spPr>
        <a:xfrm>
          <a:off x="6934421" y="664936"/>
          <a:ext cx="1520079" cy="608031"/>
        </a:xfrm>
        <a:prstGeom prst="rect">
          <a:avLst/>
        </a:prstGeom>
        <a:solidFill>
          <a:schemeClr val="accent5">
            <a:hueOff val="-5882676"/>
            <a:satOff val="-8182"/>
            <a:lumOff val="-3138"/>
            <a:alphaOff val="0"/>
          </a:schemeClr>
        </a:solidFill>
        <a:ln w="12700" cap="flat" cmpd="sng" algn="ctr">
          <a:solidFill>
            <a:schemeClr val="accent5">
              <a:hueOff val="-5882676"/>
              <a:satOff val="-8182"/>
              <a:lumOff val="-31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&lt;=</a:t>
          </a:r>
        </a:p>
      </dsp:txBody>
      <dsp:txXfrm>
        <a:off x="6934421" y="664936"/>
        <a:ext cx="1520079" cy="608031"/>
      </dsp:txXfrm>
    </dsp:sp>
    <dsp:sp modelId="{EAE3A15A-4A41-44C6-B65F-62896DB1C9F5}">
      <dsp:nvSpPr>
        <dsp:cNvPr id="0" name=""/>
        <dsp:cNvSpPr/>
      </dsp:nvSpPr>
      <dsp:spPr>
        <a:xfrm>
          <a:off x="6934421" y="1272968"/>
          <a:ext cx="1520079" cy="1679940"/>
        </a:xfrm>
        <a:prstGeom prst="rect">
          <a:avLst/>
        </a:prstGeom>
        <a:solidFill>
          <a:schemeClr val="accent5">
            <a:tint val="40000"/>
            <a:alpha val="90000"/>
            <a:hueOff val="-5913404"/>
            <a:satOff val="-10253"/>
            <a:lumOff val="-1031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5913404"/>
              <a:satOff val="-10253"/>
              <a:lumOff val="-10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Less than or equal to</a:t>
          </a:r>
        </a:p>
      </dsp:txBody>
      <dsp:txXfrm>
        <a:off x="6934421" y="1272968"/>
        <a:ext cx="1520079" cy="1679940"/>
      </dsp:txXfrm>
    </dsp:sp>
    <dsp:sp modelId="{B7E3E167-515E-4AF6-8E90-E0FA438F9235}">
      <dsp:nvSpPr>
        <dsp:cNvPr id="0" name=""/>
        <dsp:cNvSpPr/>
      </dsp:nvSpPr>
      <dsp:spPr>
        <a:xfrm>
          <a:off x="8667311" y="664936"/>
          <a:ext cx="1520079" cy="608031"/>
        </a:xfrm>
        <a:prstGeom prst="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&gt;=</a:t>
          </a:r>
        </a:p>
      </dsp:txBody>
      <dsp:txXfrm>
        <a:off x="8667311" y="664936"/>
        <a:ext cx="1520079" cy="608031"/>
      </dsp:txXfrm>
    </dsp:sp>
    <dsp:sp modelId="{B6D94169-371E-406A-B3E6-BAF8E3B3CE65}">
      <dsp:nvSpPr>
        <dsp:cNvPr id="0" name=""/>
        <dsp:cNvSpPr/>
      </dsp:nvSpPr>
      <dsp:spPr>
        <a:xfrm>
          <a:off x="8667311" y="1272968"/>
          <a:ext cx="1520079" cy="1679940"/>
        </a:xfrm>
        <a:prstGeom prst="rect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Greater than or equal to</a:t>
          </a:r>
        </a:p>
      </dsp:txBody>
      <dsp:txXfrm>
        <a:off x="8667311" y="1272968"/>
        <a:ext cx="1520079" cy="16799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9/6/2024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uperuser.com/questions/877211/making-an-image-background-transparent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blog.computationalcomplexity.org/2015/11/george-boole-1815-1864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22passi.blogspot.com/2015/05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reefoto.com/preview/41-15-13/Road-Closed-Detour-Sign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thecollaboratory.wikidot.com/philosophy-of-thought-and-logic-2009-2010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tentaciondemarta.blogspot.com/2007_10_01_archive.html" TargetMode="External"/><Relationship Id="rId2" Type="http://schemas.openxmlformats.org/officeDocument/2006/relationships/image" Target="../media/image8.bmp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graphicdesign.stackexchange.com/questions/21204/why-do-jpeg-files-blur-red-more-than-other-color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ile:Canada_-_do_not_enter.svg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If Statements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9/6/2024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 1 final deadline today</a:t>
            </a:r>
          </a:p>
          <a:p>
            <a:r>
              <a:rPr lang="en-US" dirty="0"/>
              <a:t>Lab 2 due today</a:t>
            </a:r>
          </a:p>
          <a:p>
            <a:r>
              <a:rPr lang="en-US" dirty="0"/>
              <a:t>Please seek out help if you are confused about anything!</a:t>
            </a:r>
          </a:p>
        </p:txBody>
      </p:sp>
    </p:spTree>
    <p:extLst>
      <p:ext uri="{BB962C8B-B14F-4D97-AF65-F5344CB8AC3E}">
        <p14:creationId xmlns:p14="http://schemas.microsoft.com/office/powerpoint/2010/main" val="194965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Bools</a:t>
            </a:r>
          </a:p>
          <a:p>
            <a:r>
              <a:rPr lang="en-US" dirty="0"/>
              <a:t>Logic</a:t>
            </a:r>
          </a:p>
          <a:p>
            <a:r>
              <a:rPr lang="en-US" dirty="0"/>
              <a:t>If statements</a:t>
            </a:r>
          </a:p>
        </p:txBody>
      </p:sp>
    </p:spTree>
    <p:extLst>
      <p:ext uri="{BB962C8B-B14F-4D97-AF65-F5344CB8AC3E}">
        <p14:creationId xmlns:p14="http://schemas.microsoft.com/office/powerpoint/2010/main" val="254064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Right now…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Our scripts run top to bottom</a:t>
            </a:r>
          </a:p>
          <a:p>
            <a:pPr marL="0" indent="0">
              <a:buNone/>
            </a:pPr>
            <a:r>
              <a:rPr lang="en-US" dirty="0"/>
              <a:t>Every line runs every time</a:t>
            </a:r>
          </a:p>
          <a:p>
            <a:pPr marL="0" indent="0">
              <a:buNone/>
            </a:pPr>
            <a:r>
              <a:rPr lang="en-US" dirty="0"/>
              <a:t>What about </a:t>
            </a:r>
            <a:r>
              <a:rPr lang="en-US" b="1" dirty="0"/>
              <a:t>conditionals</a:t>
            </a:r>
            <a:r>
              <a:rPr lang="en-US" dirty="0"/>
              <a:t>/</a:t>
            </a:r>
            <a:r>
              <a:rPr lang="en-US" b="1" dirty="0"/>
              <a:t> </a:t>
            </a:r>
            <a:r>
              <a:rPr lang="en-US" dirty="0"/>
              <a:t>branches?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/>
              <a:t>	If </a:t>
            </a:r>
            <a:r>
              <a:rPr lang="en-US" b="1" dirty="0"/>
              <a:t>something</a:t>
            </a:r>
            <a:r>
              <a:rPr lang="en-US" dirty="0"/>
              <a:t> then do thing 1, otherwise do thing 2</a:t>
            </a:r>
          </a:p>
          <a:p>
            <a:pPr marL="0" indent="0">
              <a:buNone/>
            </a:pPr>
            <a:r>
              <a:rPr lang="en-US" dirty="0"/>
              <a:t>	Example: Data might have values that don’t make sense, if we detect one of these we should handle things differently</a:t>
            </a:r>
          </a:p>
          <a:p>
            <a:pPr marL="0" indent="0">
              <a:buNone/>
            </a:pPr>
            <a:r>
              <a:rPr lang="en-US" dirty="0"/>
              <a:t>But what can we write for </a:t>
            </a:r>
            <a:r>
              <a:rPr lang="en-US" b="1" dirty="0"/>
              <a:t>something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	Needs to be a True or False: Boolean!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12E56-534C-4EE5-A2D2-91A17A2439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525263" y="0"/>
            <a:ext cx="4211595" cy="2105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E197E7-7FEC-4F32-8333-ED2ECD569D19}"/>
              </a:ext>
            </a:extLst>
          </p:cNvPr>
          <p:cNvSpPr txBox="1"/>
          <p:nvPr/>
        </p:nvSpPr>
        <p:spPr>
          <a:xfrm>
            <a:off x="7525263" y="2178666"/>
            <a:ext cx="42115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superuser.com/questions/877211/making-an-image-background-transparent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47277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320" y="365125"/>
            <a:ext cx="5120114" cy="1692794"/>
          </a:xfrm>
        </p:spPr>
        <p:txBody>
          <a:bodyPr>
            <a:normAutofit/>
          </a:bodyPr>
          <a:lstStyle/>
          <a:p>
            <a:r>
              <a:rPr lang="en-US" dirty="0"/>
              <a:t>bool type in Python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1" y="2575034"/>
            <a:ext cx="5120113" cy="3462228"/>
          </a:xfrm>
        </p:spPr>
        <p:txBody>
          <a:bodyPr>
            <a:normAutofit/>
          </a:bodyPr>
          <a:lstStyle/>
          <a:p>
            <a:r>
              <a:rPr lang="en-US" sz="2400" dirty="0"/>
              <a:t>Short for </a:t>
            </a:r>
            <a:r>
              <a:rPr lang="en-US" sz="2400" b="1" dirty="0"/>
              <a:t>Boolean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B0F0"/>
                </a:solidFill>
                <a:sym typeface="Wingdings" panose="05000000000000000000" pitchFamily="2" charset="2"/>
              </a:rPr>
              <a:t> Important term!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Basis of logic, named after George Boole, one of the great grandfathers of computing</a:t>
            </a:r>
            <a:endParaRPr lang="en-US" dirty="0"/>
          </a:p>
          <a:p>
            <a:r>
              <a:rPr lang="en-US" sz="2400" dirty="0"/>
              <a:t>Has two values</a:t>
            </a:r>
          </a:p>
          <a:p>
            <a:pPr lvl="1"/>
            <a:r>
              <a:rPr lang="en-US" dirty="0"/>
              <a:t>True</a:t>
            </a:r>
          </a:p>
          <a:p>
            <a:pPr lvl="1"/>
            <a:r>
              <a:rPr lang="en-US" dirty="0"/>
              <a:t>False</a:t>
            </a:r>
          </a:p>
          <a:p>
            <a:pPr lvl="1"/>
            <a:r>
              <a:rPr lang="en-US" sz="2000" dirty="0"/>
              <a:t>Note the capital letter, different from most other languages!</a:t>
            </a:r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E302E-67E6-4655-B002-3366321127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7945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50138B-273C-4F13-BC4F-DA98E069FD0A}"/>
              </a:ext>
            </a:extLst>
          </p:cNvPr>
          <p:cNvSpPr txBox="1"/>
          <p:nvPr/>
        </p:nvSpPr>
        <p:spPr>
          <a:xfrm>
            <a:off x="9872134" y="6657945"/>
            <a:ext cx="2319866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://blog.computationalcomplexity.org/2015/11/george-boole-1815-1864.htm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89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0204" y="606564"/>
            <a:ext cx="10451592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Comparison operators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11A0E-A428-4ED1-96CB-33D69FD84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0874" y="2043803"/>
            <a:ext cx="10190252" cy="80683"/>
          </a:xfrm>
          <a:prstGeom prst="rect">
            <a:avLst/>
          </a:prstGeom>
          <a:solidFill>
            <a:schemeClr val="tx1">
              <a:lumMod val="50000"/>
              <a:lumOff val="50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D35239-0987-4595-9167-51D0BC9A11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6812587"/>
              </p:ext>
            </p:extLst>
          </p:nvPr>
        </p:nvGraphicFramePr>
        <p:xfrm>
          <a:off x="1000874" y="2385390"/>
          <a:ext cx="10190252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251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vs Double Equals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math, there is one meaning to the equals sign</a:t>
            </a:r>
          </a:p>
          <a:p>
            <a:pPr lvl="1"/>
            <a:r>
              <a:rPr lang="en-US" dirty="0"/>
              <a:t>Expresses the relationship that two things are equal</a:t>
            </a:r>
          </a:p>
          <a:p>
            <a:r>
              <a:rPr lang="en-US" dirty="0"/>
              <a:t>In computer science, there are TWO equals signs</a:t>
            </a:r>
          </a:p>
          <a:p>
            <a:pPr lvl="1"/>
            <a:r>
              <a:rPr lang="en-US" dirty="0"/>
              <a:t>=  used for variable assignment</a:t>
            </a:r>
          </a:p>
          <a:p>
            <a:pPr lvl="2"/>
            <a:r>
              <a:rPr lang="en-US" b="1" dirty="0"/>
              <a:t>a = 6 </a:t>
            </a:r>
            <a:r>
              <a:rPr lang="en-US" dirty="0"/>
              <a:t>puts the value 6 into the variable a</a:t>
            </a:r>
          </a:p>
          <a:p>
            <a:pPr lvl="1"/>
            <a:r>
              <a:rPr lang="en-US" dirty="0"/>
              <a:t>== used for value comparison</a:t>
            </a:r>
          </a:p>
          <a:p>
            <a:pPr lvl="2"/>
            <a:r>
              <a:rPr lang="en-US" b="1" dirty="0"/>
              <a:t>a == 6  </a:t>
            </a:r>
            <a:r>
              <a:rPr lang="en-US" dirty="0"/>
              <a:t>evaluates to True if the variable a has the value 6, False otherwise</a:t>
            </a:r>
          </a:p>
          <a:p>
            <a:pPr lvl="1"/>
            <a:r>
              <a:rPr lang="en-US" b="1" dirty="0"/>
              <a:t>Very important to keep these straight when programming!</a:t>
            </a:r>
          </a:p>
          <a:p>
            <a:pPr lvl="2"/>
            <a:endParaRPr lang="en-US" dirty="0"/>
          </a:p>
        </p:txBody>
      </p:sp>
      <p:pic>
        <p:nvPicPr>
          <p:cNvPr id="4" name="Picture 3" descr="8592269847_7baecb5a8f_z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999" y="0"/>
            <a:ext cx="2162001" cy="21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88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Basic Boolean expressions: comparisons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Demo</a:t>
            </a:r>
          </a:p>
          <a:p>
            <a:r>
              <a:rPr lang="en-US" dirty="0"/>
              <a:t>(6 &lt; 7)</a:t>
            </a:r>
          </a:p>
          <a:p>
            <a:pPr lvl="1"/>
            <a:r>
              <a:rPr lang="en-US" dirty="0"/>
              <a:t>Evaluates to True</a:t>
            </a:r>
          </a:p>
          <a:p>
            <a:r>
              <a:rPr lang="en-US" dirty="0"/>
              <a:t>(5 &gt;= 6)</a:t>
            </a:r>
          </a:p>
          <a:p>
            <a:pPr lvl="1"/>
            <a:r>
              <a:rPr lang="en-US" dirty="0"/>
              <a:t>Evaluates to False</a:t>
            </a:r>
          </a:p>
          <a:p>
            <a:r>
              <a:rPr lang="en-US" dirty="0"/>
              <a:t>6 = 6</a:t>
            </a:r>
          </a:p>
          <a:p>
            <a:pPr lvl="1"/>
            <a:r>
              <a:rPr lang="en-US" dirty="0"/>
              <a:t>No! Assignment!</a:t>
            </a:r>
          </a:p>
          <a:p>
            <a:r>
              <a:rPr lang="en-US" dirty="0"/>
              <a:t>6 == 6</a:t>
            </a:r>
          </a:p>
          <a:p>
            <a:pPr lvl="1"/>
            <a:r>
              <a:rPr lang="en-US" dirty="0"/>
              <a:t>Evaluates to True</a:t>
            </a:r>
          </a:p>
          <a:p>
            <a:r>
              <a:rPr lang="en-US" dirty="0"/>
              <a:t>7 != 6 </a:t>
            </a:r>
          </a:p>
          <a:p>
            <a:pPr lvl="1"/>
            <a:r>
              <a:rPr lang="en-US" dirty="0"/>
              <a:t>Evaluates to True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714C6D-C006-44E2-8BAD-E3139FADA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997327" y="2174790"/>
            <a:ext cx="6356473" cy="29348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87657B-E1C6-4F31-8714-E28D98580634}"/>
              </a:ext>
            </a:extLst>
          </p:cNvPr>
          <p:cNvSpPr txBox="1"/>
          <p:nvPr/>
        </p:nvSpPr>
        <p:spPr>
          <a:xfrm>
            <a:off x="6269509" y="4993531"/>
            <a:ext cx="508429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22passi.blogspot.com/2015/05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20769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use these things again?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statements!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</a:t>
            </a:r>
            <a:r>
              <a:rPr lang="en-US" b="1" i="1" dirty="0"/>
              <a:t>expression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#inside if</a:t>
            </a:r>
          </a:p>
          <a:p>
            <a:pPr marL="0" indent="0">
              <a:buNone/>
            </a:pPr>
            <a:r>
              <a:rPr lang="en-US" dirty="0"/>
              <a:t>	#still inside if</a:t>
            </a:r>
          </a:p>
          <a:p>
            <a:pPr marL="0" indent="0">
              <a:buNone/>
            </a:pPr>
            <a:r>
              <a:rPr lang="en-US" dirty="0"/>
              <a:t>#outside if	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Note: no parentheses or braces!</a:t>
            </a:r>
          </a:p>
          <a:p>
            <a:pPr marL="0" indent="0">
              <a:buNone/>
            </a:pPr>
            <a:r>
              <a:rPr lang="en-US" dirty="0"/>
              <a:t>Demo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A7FDFB-9882-4525-ACA7-8701EF2FF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07646" y="2011023"/>
            <a:ext cx="5202440" cy="348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498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if/else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if </a:t>
            </a:r>
            <a:r>
              <a:rPr lang="en-US" i="1" dirty="0"/>
              <a:t>expression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#happens if expression is true</a:t>
            </a:r>
          </a:p>
          <a:p>
            <a:pPr marL="0" indent="0">
              <a:buNone/>
            </a:pPr>
            <a:r>
              <a:rPr lang="en-US" dirty="0"/>
              <a:t>	#still inside if</a:t>
            </a:r>
          </a:p>
          <a:p>
            <a:pPr marL="0" indent="0">
              <a:buNone/>
            </a:pPr>
            <a:r>
              <a:rPr lang="en-US" dirty="0"/>
              <a:t>else:</a:t>
            </a:r>
            <a:br>
              <a:rPr lang="en-US" dirty="0"/>
            </a:br>
            <a:r>
              <a:rPr lang="en-US" dirty="0"/>
              <a:t>	 #happens if expression is false</a:t>
            </a:r>
          </a:p>
          <a:p>
            <a:pPr marL="0" indent="0">
              <a:buNone/>
            </a:pPr>
            <a:r>
              <a:rPr lang="en-US" dirty="0"/>
              <a:t>	#still inside if</a:t>
            </a:r>
          </a:p>
          <a:p>
            <a:pPr marL="0" indent="0">
              <a:buNone/>
            </a:pPr>
            <a:r>
              <a:rPr lang="en-US" dirty="0"/>
              <a:t>#happens no matter what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CBE423-510E-4402-8ABF-81908FA1D4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981568" y="2761924"/>
            <a:ext cx="4263081" cy="265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769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if/</a:t>
            </a:r>
            <a:r>
              <a:rPr lang="en-US" dirty="0" err="1"/>
              <a:t>elif</a:t>
            </a:r>
            <a:r>
              <a:rPr lang="en-US" dirty="0"/>
              <a:t>/else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if </a:t>
            </a:r>
            <a:r>
              <a:rPr lang="en-US" i="1" dirty="0"/>
              <a:t>expression1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#inside if</a:t>
            </a:r>
          </a:p>
          <a:p>
            <a:pPr marL="0" indent="0">
              <a:buNone/>
            </a:pPr>
            <a:r>
              <a:rPr lang="en-US" dirty="0"/>
              <a:t>	#happens if exp1 True</a:t>
            </a:r>
          </a:p>
          <a:p>
            <a:pPr marL="0" indent="0">
              <a:buNone/>
            </a:pPr>
            <a:r>
              <a:rPr lang="en-US" dirty="0" err="1"/>
              <a:t>elif</a:t>
            </a:r>
            <a:r>
              <a:rPr lang="en-US" dirty="0"/>
              <a:t> </a:t>
            </a:r>
            <a:r>
              <a:rPr lang="en-US" i="1" dirty="0"/>
              <a:t>expression2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	#inside </a:t>
            </a:r>
            <a:r>
              <a:rPr lang="en-US" dirty="0" err="1"/>
              <a:t>elif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#happens if exp1 is False and </a:t>
            </a:r>
          </a:p>
          <a:p>
            <a:pPr marL="0" indent="0">
              <a:buNone/>
            </a:pPr>
            <a:r>
              <a:rPr lang="en-US" dirty="0"/>
              <a:t>	# exp2 is True</a:t>
            </a:r>
          </a:p>
          <a:p>
            <a:pPr marL="0" indent="0">
              <a:buNone/>
            </a:pPr>
            <a:r>
              <a:rPr lang="en-US" dirty="0"/>
              <a:t>else:</a:t>
            </a:r>
          </a:p>
          <a:p>
            <a:pPr marL="0" indent="0">
              <a:buNone/>
            </a:pPr>
            <a:r>
              <a:rPr lang="en-US" dirty="0"/>
              <a:t>	#happens if both exp1 &amp; exp2 are False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BCEE0-724A-47C6-B7ED-14741BAF3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575854" y="2157412"/>
            <a:ext cx="3810000" cy="2543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B098CB-E4D9-4CBE-90AC-498E1869C375}"/>
              </a:ext>
            </a:extLst>
          </p:cNvPr>
          <p:cNvSpPr txBox="1"/>
          <p:nvPr/>
        </p:nvSpPr>
        <p:spPr>
          <a:xfrm>
            <a:off x="6575854" y="4700587"/>
            <a:ext cx="381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tentaciondemarta.blogspot.com/2007_10_01_archive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sa/3.0/"/>
              </a:rPr>
              <a:t>CC BY-SA-NC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710127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complicated logic…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we want to use logic (and, or, not) to combine things</a:t>
            </a:r>
          </a:p>
          <a:p>
            <a:r>
              <a:rPr lang="en-US" dirty="0"/>
              <a:t>Python makes it pretty easy:</a:t>
            </a:r>
          </a:p>
          <a:p>
            <a:pPr lvl="1"/>
            <a:r>
              <a:rPr lang="en-US" dirty="0"/>
              <a:t>And is represented by and</a:t>
            </a:r>
          </a:p>
          <a:p>
            <a:pPr lvl="1"/>
            <a:r>
              <a:rPr lang="en-US" dirty="0"/>
              <a:t>Or is represented by or</a:t>
            </a:r>
          </a:p>
          <a:p>
            <a:r>
              <a:rPr lang="en-US" dirty="0"/>
              <a:t>(x &gt; 4 or  y&gt; 3)</a:t>
            </a:r>
          </a:p>
          <a:p>
            <a:r>
              <a:rPr lang="en-US" dirty="0"/>
              <a:t>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65D6FC-3708-45C0-8441-11B1CB38F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05419" y="2701396"/>
            <a:ext cx="2905530" cy="37914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24AD88-56F9-4FF0-9692-5D5CFFD31188}"/>
              </a:ext>
            </a:extLst>
          </p:cNvPr>
          <p:cNvSpPr txBox="1"/>
          <p:nvPr/>
        </p:nvSpPr>
        <p:spPr>
          <a:xfrm>
            <a:off x="7905419" y="6492875"/>
            <a:ext cx="290553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graphicdesign.stackexchange.com/questions/21204/why-do-jpeg-files-blur-red-more-than-other-colors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98174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0F7D9-B5D0-4847-87B8-E1E050A3C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is a bit different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9F10D-B65D-4E3F-9900-48BBC8570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 AND Y</a:t>
            </a:r>
          </a:p>
          <a:p>
            <a:r>
              <a:rPr lang="en-US" dirty="0"/>
              <a:t>X OR Y</a:t>
            </a:r>
          </a:p>
          <a:p>
            <a:r>
              <a:rPr lang="en-US" dirty="0"/>
              <a:t>NOT X</a:t>
            </a:r>
          </a:p>
          <a:p>
            <a:r>
              <a:rPr lang="en-US" dirty="0"/>
              <a:t>AND </a:t>
            </a:r>
            <a:r>
              <a:rPr lang="en-US" dirty="0" err="1"/>
              <a:t>and</a:t>
            </a:r>
            <a:r>
              <a:rPr lang="en-US" dirty="0"/>
              <a:t> OR and binary operators (take two things)…</a:t>
            </a:r>
          </a:p>
          <a:p>
            <a:r>
              <a:rPr lang="en-US" dirty="0"/>
              <a:t>NOT is unary</a:t>
            </a:r>
          </a:p>
          <a:p>
            <a:r>
              <a:rPr lang="en-US" dirty="0"/>
              <a:t>In python, works like print() or the type converters</a:t>
            </a:r>
          </a:p>
          <a:p>
            <a:pPr lvl="1"/>
            <a:r>
              <a:rPr lang="en-US" dirty="0"/>
              <a:t>not(x==4 OR x == 6)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8F5FE-7310-41C3-8637-3AA166CC85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993659" y="306731"/>
            <a:ext cx="2767914" cy="2767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6044D1-BF47-4F9E-A09A-CB8E6FB70C67}"/>
              </a:ext>
            </a:extLst>
          </p:cNvPr>
          <p:cNvSpPr txBox="1"/>
          <p:nvPr/>
        </p:nvSpPr>
        <p:spPr>
          <a:xfrm>
            <a:off x="9514703" y="3212311"/>
            <a:ext cx="2246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en.wikipedia.org/wiki/File:Canada_-_do_not_enter.svg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55809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Saying number in range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Very common in data science (need to check if number in proper range)</a:t>
            </a:r>
          </a:p>
          <a:p>
            <a:r>
              <a:rPr lang="en-US" dirty="0"/>
              <a:t>In most programming languages, the only way to do it is like this:</a:t>
            </a:r>
          </a:p>
          <a:p>
            <a:pPr lvl="1"/>
            <a:r>
              <a:rPr lang="en-US" dirty="0"/>
              <a:t>If 10 &lt; x and x &lt; 20:</a:t>
            </a:r>
          </a:p>
          <a:p>
            <a:endParaRPr lang="en-US" dirty="0"/>
          </a:p>
          <a:p>
            <a:r>
              <a:rPr lang="en-US" dirty="0"/>
              <a:t>Python supports chained comparisons!</a:t>
            </a:r>
          </a:p>
          <a:p>
            <a:r>
              <a:rPr lang="en-US" dirty="0"/>
              <a:t>Can just say </a:t>
            </a:r>
          </a:p>
          <a:p>
            <a:pPr lvl="1"/>
            <a:r>
              <a:rPr lang="en-US" dirty="0"/>
              <a:t>if 10 &lt; x &lt; 20: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7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statements and comparisons</a:t>
            </a:r>
          </a:p>
        </p:txBody>
      </p:sp>
    </p:spTree>
    <p:extLst>
      <p:ext uri="{BB962C8B-B14F-4D97-AF65-F5344CB8AC3E}">
        <p14:creationId xmlns:p14="http://schemas.microsoft.com/office/powerpoint/2010/main" val="1718480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556</TotalTime>
  <Words>653</Words>
  <Application>Microsoft Office PowerPoint</Application>
  <PresentationFormat>Widescreen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DATA/CS 172: Python for Data Analysis</vt:lpstr>
      <vt:lpstr>Reminders</vt:lpstr>
      <vt:lpstr>Agenda</vt:lpstr>
      <vt:lpstr>Right now…</vt:lpstr>
      <vt:lpstr>bool type in Python</vt:lpstr>
      <vt:lpstr>Comparison operators</vt:lpstr>
      <vt:lpstr>Single vs Double Equals</vt:lpstr>
      <vt:lpstr>Basic Boolean expressions: comparisons</vt:lpstr>
      <vt:lpstr>How do we use these things again?</vt:lpstr>
      <vt:lpstr>if/else</vt:lpstr>
      <vt:lpstr>if/elif/else</vt:lpstr>
      <vt:lpstr>More complicated logic…</vt:lpstr>
      <vt:lpstr>Not is a bit different</vt:lpstr>
      <vt:lpstr>Saying number in range</vt:lpstr>
      <vt:lpstr>Lab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</dc:creator>
  <cp:lastModifiedBy>Travis Mandel</cp:lastModifiedBy>
  <cp:revision>26</cp:revision>
  <dcterms:created xsi:type="dcterms:W3CDTF">2018-09-05T09:38:38Z</dcterms:created>
  <dcterms:modified xsi:type="dcterms:W3CDTF">2024-09-06T20:51:19Z</dcterms:modified>
</cp:coreProperties>
</file>