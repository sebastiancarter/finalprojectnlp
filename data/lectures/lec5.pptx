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2" r:id="rId3"/>
    <p:sldId id="262" r:id="rId4"/>
    <p:sldId id="271" r:id="rId5"/>
    <p:sldId id="283" r:id="rId6"/>
    <p:sldId id="284" r:id="rId7"/>
    <p:sldId id="285" r:id="rId8"/>
    <p:sldId id="286" r:id="rId9"/>
    <p:sldId id="287" r:id="rId10"/>
    <p:sldId id="288" r:id="rId11"/>
    <p:sldId id="290" r:id="rId12"/>
    <p:sldId id="29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8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8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2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8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1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3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6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7CB5-4FD5-47DA-9BFE-6C54A66C2B7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uperuser.com/questions/877211/making-an-image-background-transparent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For Loops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9/9/2024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7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3 due Wednesday</a:t>
            </a:r>
          </a:p>
        </p:txBody>
      </p:sp>
    </p:spTree>
    <p:extLst>
      <p:ext uri="{BB962C8B-B14F-4D97-AF65-F5344CB8AC3E}">
        <p14:creationId xmlns:p14="http://schemas.microsoft.com/office/powerpoint/2010/main" val="194965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Loops</a:t>
            </a:r>
          </a:p>
          <a:p>
            <a:pPr lvl="1"/>
            <a:r>
              <a:rPr lang="en-US" dirty="0"/>
              <a:t>For working with files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Fixed number of repetitions</a:t>
            </a:r>
          </a:p>
        </p:txBody>
      </p:sp>
    </p:spTree>
    <p:extLst>
      <p:ext uri="{BB962C8B-B14F-4D97-AF65-F5344CB8AC3E}">
        <p14:creationId xmlns:p14="http://schemas.microsoft.com/office/powerpoint/2010/main" val="254064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now…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Two kinds of scripts:</a:t>
            </a:r>
          </a:p>
          <a:p>
            <a:pPr marL="0" indent="0">
              <a:buNone/>
            </a:pPr>
            <a:r>
              <a:rPr lang="en-US" dirty="0"/>
              <a:t>	Run top to bottom</a:t>
            </a:r>
          </a:p>
          <a:p>
            <a:pPr marL="0" indent="0">
              <a:buNone/>
            </a:pPr>
            <a:r>
              <a:rPr lang="en-US" dirty="0"/>
              <a:t>	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Branch with if statements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Can do some cool stuff, but something feels missing…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12E56-534C-4EE5-A2D2-91A17A243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09934" y="3300014"/>
            <a:ext cx="4211595" cy="2105798"/>
          </a:xfrm>
          <a:prstGeom prst="rect">
            <a:avLst/>
          </a:prstGeom>
        </p:spPr>
      </p:pic>
      <p:pic>
        <p:nvPicPr>
          <p:cNvPr id="4" name="Picture 3" descr="Sustainable house design features checklist - Greenlivingpedia, a wiki on green living, building ..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276" y="1728070"/>
            <a:ext cx="2135447" cy="160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7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907FA-DDB2-4D00-BB8B-E5C9469EB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data science…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3C558-0C1E-4D08-B930-58D1BABD7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335598" cy="4575175"/>
          </a:xfrm>
        </p:spPr>
        <p:txBody>
          <a:bodyPr/>
          <a:lstStyle/>
          <a:p>
            <a:r>
              <a:rPr lang="en-US" dirty="0"/>
              <a:t>Usually you have a file with a lot of datapoints in it</a:t>
            </a:r>
          </a:p>
          <a:p>
            <a:r>
              <a:rPr lang="en-US" dirty="0"/>
              <a:t>Why have all our files so far just had </a:t>
            </a:r>
            <a:r>
              <a:rPr lang="en-US" b="1" dirty="0"/>
              <a:t>one thing</a:t>
            </a:r>
            <a:r>
              <a:rPr lang="en-US" dirty="0"/>
              <a:t>????</a:t>
            </a:r>
          </a:p>
          <a:p>
            <a:r>
              <a:rPr lang="en-US" dirty="0"/>
              <a:t>It’s because we don’t have any way to </a:t>
            </a:r>
            <a:r>
              <a:rPr lang="en-US" b="1" dirty="0"/>
              <a:t>repeat</a:t>
            </a:r>
            <a:r>
              <a:rPr lang="en-US" dirty="0"/>
              <a:t> code!</a:t>
            </a:r>
          </a:p>
          <a:p>
            <a:pPr lvl="1"/>
            <a:r>
              <a:rPr lang="en-US" dirty="0"/>
              <a:t>So if I had a file with 100 </a:t>
            </a:r>
            <a:r>
              <a:rPr lang="en-US" dirty="0" err="1"/>
              <a:t>datapoints</a:t>
            </a:r>
            <a:r>
              <a:rPr lang="en-US" dirty="0"/>
              <a:t> I would have to copy &amp; paste my code 100 times!</a:t>
            </a:r>
          </a:p>
          <a:p>
            <a:pPr lvl="2"/>
            <a:r>
              <a:rPr lang="en-US" dirty="0"/>
              <a:t>And good luck if I later decide to change something!</a:t>
            </a:r>
          </a:p>
        </p:txBody>
      </p:sp>
      <p:pic>
        <p:nvPicPr>
          <p:cNvPr id="4" name="Picture 3" descr="Creating dynamically generated CSV &lt;strong&gt;files&lt;/strong&gt; containing SQL Server &lt;strong&gt;data&lt;/strong&gt; - SQL Shack - articles about ...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1" b="5037"/>
          <a:stretch/>
        </p:blipFill>
        <p:spPr>
          <a:xfrm>
            <a:off x="7466029" y="1159881"/>
            <a:ext cx="10086679" cy="53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1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7B4A-F55A-4EF1-899F-E2ED62C7B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47" y="-285324"/>
            <a:ext cx="10515600" cy="1325563"/>
          </a:xfrm>
        </p:spPr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CD173-808D-46B3-9E70-71E192EF3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347" y="1040239"/>
            <a:ext cx="10515600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loop</a:t>
            </a:r>
            <a:r>
              <a:rPr lang="en-US" dirty="0"/>
              <a:t> let us repeats any chunk of code over and over and over….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dirty="0">
              <a:solidFill>
                <a:srgbClr val="00B0F0"/>
              </a:solidFill>
            </a:endParaRPr>
          </a:p>
          <a:p>
            <a:pPr lvl="1"/>
            <a:r>
              <a:rPr lang="en-US" dirty="0"/>
              <a:t>Single line, or multiple lines</a:t>
            </a:r>
          </a:p>
          <a:p>
            <a:r>
              <a:rPr lang="en-US" dirty="0"/>
              <a:t>Way better than retyping</a:t>
            </a:r>
          </a:p>
          <a:p>
            <a:r>
              <a:rPr lang="en-US" dirty="0"/>
              <a:t>Excellent for data science when there is whole bunch of data we want to process similarly</a:t>
            </a:r>
          </a:p>
        </p:txBody>
      </p:sp>
      <p:pic>
        <p:nvPicPr>
          <p:cNvPr id="5" name="Picture 4" descr="Clipart - &lt;strong&gt;Loop&lt;/strong&gt; Arrow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370" y="3308808"/>
            <a:ext cx="5231480" cy="3549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85526" y="4898738"/>
            <a:ext cx="143128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print(“hello”)</a:t>
            </a:r>
          </a:p>
        </p:txBody>
      </p:sp>
    </p:spTree>
    <p:extLst>
      <p:ext uri="{BB962C8B-B14F-4D97-AF65-F5344CB8AC3E}">
        <p14:creationId xmlns:p14="http://schemas.microsoft.com/office/powerpoint/2010/main" val="153524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resent | S B | Flick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572" y="1995307"/>
            <a:ext cx="2858875" cy="19040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2BBB37-F77C-445F-9940-3DB8F030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Most Important Loop in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B9B83-F246-47DB-B739-703E89C86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 data scientist, you will often be working with files…</a:t>
            </a:r>
          </a:p>
          <a:p>
            <a:r>
              <a:rPr lang="en-US" dirty="0"/>
              <a:t>So far we’ve just been using read()</a:t>
            </a:r>
          </a:p>
          <a:p>
            <a:pPr lvl="1"/>
            <a:r>
              <a:rPr lang="en-US" dirty="0"/>
              <a:t>Which reads the entire file into a </a:t>
            </a:r>
            <a:r>
              <a:rPr lang="en-US" b="1" dirty="0"/>
              <a:t>string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What if the file has a lot of info?</a:t>
            </a:r>
          </a:p>
          <a:p>
            <a:pPr lvl="2"/>
            <a:r>
              <a:rPr lang="en-US" dirty="0"/>
              <a:t>It’s going to be slow/a memory hog</a:t>
            </a:r>
          </a:p>
          <a:p>
            <a:pPr lvl="2"/>
            <a:r>
              <a:rPr lang="en-US" dirty="0"/>
              <a:t>And a headache to get all of that info out of our giant string!</a:t>
            </a:r>
          </a:p>
          <a:p>
            <a:r>
              <a:rPr lang="en-US" dirty="0"/>
              <a:t>So in data science, the #1 most important loop is the loop that goes through all the lines in a file!</a:t>
            </a:r>
          </a:p>
          <a:p>
            <a:pPr lvl="1"/>
            <a:r>
              <a:rPr lang="en-US" dirty="0"/>
              <a:t>At least for text files… we will see similar things with other types of files later though</a:t>
            </a:r>
          </a:p>
        </p:txBody>
      </p:sp>
      <p:pic>
        <p:nvPicPr>
          <p:cNvPr id="5" name="Picture 4" descr="All the Folders are People | achurchforstarvingartists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67" y="1027906"/>
            <a:ext cx="2175628" cy="223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7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FD1EE-25F6-46E0-B0CF-668A574B3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through lines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A976F-D295-43CB-AAAC-A9C3F8FD3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 = open(“filename.txt”, “r”) </a:t>
            </a:r>
            <a:r>
              <a:rPr lang="en-US" dirty="0">
                <a:sym typeface="Wingdings" panose="05000000000000000000" pitchFamily="2" charset="2"/>
              </a:rPr>
              <a:t></a:t>
            </a:r>
            <a:r>
              <a:rPr lang="en-US" dirty="0"/>
              <a:t> Hopefully this is familiar!</a:t>
            </a:r>
          </a:p>
          <a:p>
            <a:pPr marL="0" indent="0">
              <a:buNone/>
            </a:pPr>
            <a:r>
              <a:rPr lang="en-US" dirty="0"/>
              <a:t>for line in f:</a:t>
            </a:r>
          </a:p>
          <a:p>
            <a:pPr marL="0" indent="0">
              <a:buNone/>
            </a:pPr>
            <a:r>
              <a:rPr lang="en-US" dirty="0"/>
              <a:t>	print(“Line:”, line)</a:t>
            </a:r>
          </a:p>
          <a:p>
            <a:pPr marL="0" indent="0">
              <a:buNone/>
            </a:pPr>
            <a:r>
              <a:rPr lang="en-US" dirty="0"/>
              <a:t>	#Still inside for loop</a:t>
            </a:r>
          </a:p>
          <a:p>
            <a:pPr marL="0" indent="0">
              <a:buNone/>
            </a:pPr>
            <a:r>
              <a:rPr lang="en-US" dirty="0"/>
              <a:t>#outside for loop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3315" y="4976634"/>
            <a:ext cx="93084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Special loop in Python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Doesn’t read whole file into to memory, just reads a line at a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99% of the time this is how people read text files</a:t>
            </a:r>
          </a:p>
        </p:txBody>
      </p:sp>
      <p:pic>
        <p:nvPicPr>
          <p:cNvPr id="5" name="Picture 4" descr="Lined Paper by flameshaft on DeviantArt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285" y="2263218"/>
            <a:ext cx="24384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2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C4BA-5A8A-49D2-9629-5A928DC5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the only kind of loop we need?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1AD89-563E-45B1-9FC6-FEB38594D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No!</a:t>
            </a:r>
          </a:p>
          <a:p>
            <a:r>
              <a:rPr lang="en-US" dirty="0"/>
              <a:t>Sometimes you want to do something twice, or three times, or four times…</a:t>
            </a:r>
          </a:p>
          <a:p>
            <a:pPr lvl="1"/>
            <a:r>
              <a:rPr lang="en-US" dirty="0"/>
              <a:t>For example, go through 3  files, 4 files, etc.</a:t>
            </a:r>
          </a:p>
          <a:p>
            <a:pPr lvl="1"/>
            <a:r>
              <a:rPr lang="en-US" dirty="0"/>
              <a:t>Being able to repeat code comes in really handy!</a:t>
            </a:r>
          </a:p>
          <a:p>
            <a:pPr lvl="1"/>
            <a:endParaRPr lang="en-US" dirty="0"/>
          </a:p>
        </p:txBody>
      </p:sp>
      <p:pic>
        <p:nvPicPr>
          <p:cNvPr id="4" name="Picture 3" descr="How to get one song to &lt;strong&gt;repeat&lt;/strong&gt; in Rhythmbox? - Ask Ubuntu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721" y="4557908"/>
            <a:ext cx="6974181" cy="197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89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6037-4F15-4582-B5B6-1A84B27D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iteration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8B5E7-32AF-4CB1-A398-394CAD73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prints </a:t>
            </a:r>
          </a:p>
          <a:p>
            <a:pPr marL="0" indent="0">
              <a:buNone/>
            </a:pPr>
            <a:r>
              <a:rPr lang="en-US" dirty="0"/>
              <a:t>0</a:t>
            </a:r>
          </a:p>
          <a:p>
            <a:pPr marL="0" indent="0">
              <a:buNone/>
            </a:pPr>
            <a:r>
              <a:rPr lang="en-US" dirty="0"/>
              <a:t>1</a:t>
            </a:r>
          </a:p>
          <a:p>
            <a:pPr marL="0" indent="0">
              <a:buNone/>
            </a:pPr>
            <a:r>
              <a:rPr lang="en-US" dirty="0"/>
              <a:t>2</a:t>
            </a:r>
          </a:p>
          <a:p>
            <a:pPr marL="0" indent="0">
              <a:buNone/>
            </a:pP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7945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82A1-A215-423D-B751-CDA2D4B9F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with a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963F0-FD94-4705-A285-729171058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range(7,10):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7</a:t>
            </a:r>
          </a:p>
          <a:p>
            <a:pPr marL="0" indent="0">
              <a:buNone/>
            </a:pPr>
            <a:r>
              <a:rPr lang="en-US" dirty="0"/>
              <a:t>8</a:t>
            </a:r>
          </a:p>
          <a:p>
            <a:pPr marL="0" indent="0">
              <a:buNone/>
            </a:pPr>
            <a:r>
              <a:rPr lang="en-US" dirty="0"/>
              <a:t>9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Comes in handy when you want to skip some initial stuff</a:t>
            </a:r>
          </a:p>
          <a:p>
            <a:r>
              <a:rPr lang="en-US" b="1" dirty="0"/>
              <a:t>Remember: </a:t>
            </a:r>
            <a:r>
              <a:rPr lang="en-US" dirty="0"/>
              <a:t>Inclusive of first endpoint, exclusive of last!</a:t>
            </a:r>
          </a:p>
        </p:txBody>
      </p:sp>
    </p:spTree>
    <p:extLst>
      <p:ext uri="{BB962C8B-B14F-4D97-AF65-F5344CB8AC3E}">
        <p14:creationId xmlns:p14="http://schemas.microsoft.com/office/powerpoint/2010/main" val="3843241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Getting started with loops</a:t>
            </a:r>
          </a:p>
        </p:txBody>
      </p:sp>
    </p:spTree>
    <p:extLst>
      <p:ext uri="{BB962C8B-B14F-4D97-AF65-F5344CB8AC3E}">
        <p14:creationId xmlns:p14="http://schemas.microsoft.com/office/powerpoint/2010/main" val="434075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493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DATA/CS 172: Python for Data Analysis</vt:lpstr>
      <vt:lpstr>Announcements </vt:lpstr>
      <vt:lpstr>Agenda</vt:lpstr>
      <vt:lpstr>Right now…</vt:lpstr>
      <vt:lpstr>In data science…</vt:lpstr>
      <vt:lpstr>Loops</vt:lpstr>
      <vt:lpstr>The Most Important Loop in Data Science</vt:lpstr>
      <vt:lpstr>Looping through lines in Python</vt:lpstr>
      <vt:lpstr>Is this the only kind of loop we need?</vt:lpstr>
      <vt:lpstr>Fixed iteration for loop</vt:lpstr>
      <vt:lpstr>Range with a start</vt:lpstr>
      <vt:lpstr>Lab 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CS172: Python for Data Analysis</dc:title>
  <dc:creator>Travis</dc:creator>
  <cp:lastModifiedBy>Travis Mandel</cp:lastModifiedBy>
  <cp:revision>35</cp:revision>
  <dcterms:created xsi:type="dcterms:W3CDTF">2018-09-05T09:38:38Z</dcterms:created>
  <dcterms:modified xsi:type="dcterms:W3CDTF">2024-09-09T19:53:49Z</dcterms:modified>
</cp:coreProperties>
</file>