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316" r:id="rId3"/>
    <p:sldId id="303" r:id="rId4"/>
    <p:sldId id="312" r:id="rId5"/>
    <p:sldId id="311" r:id="rId6"/>
    <p:sldId id="309" r:id="rId7"/>
    <p:sldId id="310" r:id="rId8"/>
    <p:sldId id="306" r:id="rId9"/>
    <p:sldId id="314" r:id="rId10"/>
    <p:sldId id="315" r:id="rId11"/>
    <p:sldId id="304" r:id="rId12"/>
    <p:sldId id="31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18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88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987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2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3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89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13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37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66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8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82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17CB5-4FD5-47DA-9BFE-6C54A66C2B79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8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08172"/>
            <a:ext cx="9144000" cy="2387600"/>
          </a:xfrm>
        </p:spPr>
        <p:txBody>
          <a:bodyPr/>
          <a:lstStyle/>
          <a:p>
            <a:r>
              <a:rPr lang="en-US" dirty="0"/>
              <a:t>DATA/CS 172: Python for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95772"/>
            <a:ext cx="9144000" cy="1655762"/>
          </a:xfrm>
        </p:spPr>
        <p:txBody>
          <a:bodyPr/>
          <a:lstStyle/>
          <a:p>
            <a:r>
              <a:rPr lang="en-US" dirty="0"/>
              <a:t>Tuples </a:t>
            </a:r>
          </a:p>
          <a:p>
            <a:r>
              <a:rPr lang="en-US" dirty="0"/>
              <a:t>Prof. Travis Mandel</a:t>
            </a:r>
          </a:p>
          <a:p>
            <a:r>
              <a:rPr lang="en-US" dirty="0"/>
              <a:t>9/20/2024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0" b="8455"/>
          <a:stretch/>
        </p:blipFill>
        <p:spPr>
          <a:xfrm>
            <a:off x="4996543" y="4416592"/>
            <a:ext cx="2108296" cy="219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176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E6FB1-7B62-4F2D-8496-03D0137D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0BBB5-B658-4127-B10C-AF5749D0E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 1 out Monday</a:t>
            </a:r>
          </a:p>
          <a:p>
            <a:pPr lvl="1"/>
            <a:r>
              <a:rPr lang="en-US" dirty="0"/>
              <a:t>Sorry for delay</a:t>
            </a:r>
          </a:p>
          <a:p>
            <a:r>
              <a:rPr lang="en-US" dirty="0"/>
              <a:t>Keep on top of labs</a:t>
            </a:r>
          </a:p>
        </p:txBody>
      </p:sp>
    </p:spTree>
    <p:extLst>
      <p:ext uri="{BB962C8B-B14F-4D97-AF65-F5344CB8AC3E}">
        <p14:creationId xmlns:p14="http://schemas.microsoft.com/office/powerpoint/2010/main" val="321349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Like lists but they can’t be changed</a:t>
            </a:r>
          </a:p>
          <a:p>
            <a:r>
              <a:rPr lang="en-US" dirty="0"/>
              <a:t>List: [4,7,8]</a:t>
            </a:r>
          </a:p>
          <a:p>
            <a:r>
              <a:rPr lang="en-US" dirty="0"/>
              <a:t>Tuple: (4,7,8)</a:t>
            </a:r>
          </a:p>
          <a:p>
            <a:pPr lvl="1"/>
            <a:r>
              <a:rPr lang="en-US" dirty="0"/>
              <a:t>Note: Parentheses, not square brackets</a:t>
            </a:r>
          </a:p>
          <a:p>
            <a:pPr lvl="1"/>
            <a:r>
              <a:rPr lang="en-US" dirty="0"/>
              <a:t>Tuples of two elements sometimes called pairs</a:t>
            </a:r>
          </a:p>
          <a:p>
            <a:pPr lvl="1"/>
            <a:r>
              <a:rPr lang="en-US" dirty="0"/>
              <a:t>Tuples of three elements sometimes called triples</a:t>
            </a:r>
          </a:p>
          <a:p>
            <a:pPr lvl="1"/>
            <a:r>
              <a:rPr lang="en-US" dirty="0"/>
              <a:t>Can have any number of elements</a:t>
            </a:r>
          </a:p>
          <a:p>
            <a:endParaRPr lang="en-US" dirty="0"/>
          </a:p>
          <a:p>
            <a:r>
              <a:rPr lang="en-US" dirty="0"/>
              <a:t>Tuple of zero elements: ()</a:t>
            </a:r>
          </a:p>
          <a:p>
            <a:r>
              <a:rPr lang="en-US" dirty="0"/>
              <a:t>Tuple of one element: (4,)</a:t>
            </a:r>
          </a:p>
          <a:p>
            <a:pPr lvl="1"/>
            <a:r>
              <a:rPr lang="en-US" dirty="0"/>
              <a:t>Huh?</a:t>
            </a:r>
          </a:p>
          <a:p>
            <a:pPr lvl="1"/>
            <a:r>
              <a:rPr lang="en-US" dirty="0"/>
              <a:t>Couldn’t be (4) as (4)+6 should be 10!</a:t>
            </a:r>
          </a:p>
          <a:p>
            <a:pPr lvl="1"/>
            <a:r>
              <a:rPr lang="en-US" dirty="0"/>
              <a:t>Very confusing, especially since they didn’t do this with zero elements!</a:t>
            </a:r>
          </a:p>
          <a:p>
            <a:endParaRPr lang="en-US" dirty="0"/>
          </a:p>
        </p:txBody>
      </p:sp>
      <p:pic>
        <p:nvPicPr>
          <p:cNvPr id="4" name="Picture 3" descr="Cartesian &lt;strong&gt;coordinate&lt;/strong&gt; system - Wikipedi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681" y="0"/>
            <a:ext cx="3926264" cy="392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053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do most list things with 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Can</a:t>
            </a:r>
            <a:r>
              <a:rPr lang="en-US" dirty="0"/>
              <a:t> get the length with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myTuple</a:t>
            </a:r>
            <a:r>
              <a:rPr lang="en-US" dirty="0"/>
              <a:t>)</a:t>
            </a:r>
          </a:p>
          <a:p>
            <a:r>
              <a:rPr lang="en-US" b="1" dirty="0"/>
              <a:t>Can</a:t>
            </a:r>
            <a:r>
              <a:rPr lang="en-US" dirty="0"/>
              <a:t> slice with </a:t>
            </a:r>
            <a:r>
              <a:rPr lang="en-US" dirty="0" err="1"/>
              <a:t>myTuple</a:t>
            </a:r>
            <a:r>
              <a:rPr lang="en-US" dirty="0"/>
              <a:t>[</a:t>
            </a:r>
            <a:r>
              <a:rPr lang="en-US" dirty="0" err="1"/>
              <a:t>x:y</a:t>
            </a:r>
            <a:r>
              <a:rPr lang="en-US" dirty="0"/>
              <a:t>]</a:t>
            </a:r>
          </a:p>
          <a:p>
            <a:r>
              <a:rPr lang="en-US" b="1" dirty="0"/>
              <a:t>Can</a:t>
            </a:r>
            <a:r>
              <a:rPr lang="en-US" dirty="0"/>
              <a:t> get a certain index with the indexing operator</a:t>
            </a:r>
          </a:p>
          <a:p>
            <a:pPr lvl="1"/>
            <a:r>
              <a:rPr lang="en-US" dirty="0" err="1"/>
              <a:t>secondItem</a:t>
            </a:r>
            <a:r>
              <a:rPr lang="en-US" dirty="0"/>
              <a:t> = </a:t>
            </a:r>
            <a:r>
              <a:rPr lang="en-US" dirty="0" err="1"/>
              <a:t>myTuple</a:t>
            </a:r>
            <a:r>
              <a:rPr lang="en-US" dirty="0"/>
              <a:t>[1] </a:t>
            </a:r>
          </a:p>
          <a:p>
            <a:endParaRPr lang="en-US" dirty="0"/>
          </a:p>
          <a:p>
            <a:r>
              <a:rPr lang="en-US" dirty="0"/>
              <a:t>But…</a:t>
            </a:r>
          </a:p>
          <a:p>
            <a:pPr lvl="1"/>
            <a:r>
              <a:rPr lang="en-US" dirty="0"/>
              <a:t>The data is locked in</a:t>
            </a:r>
          </a:p>
          <a:p>
            <a:pPr lvl="1"/>
            <a:r>
              <a:rPr lang="en-US" b="1" dirty="0"/>
              <a:t>Cannot</a:t>
            </a:r>
            <a:r>
              <a:rPr lang="en-US" dirty="0"/>
              <a:t> assign! </a:t>
            </a:r>
            <a:r>
              <a:rPr lang="en-US" dirty="0" err="1">
                <a:solidFill>
                  <a:srgbClr val="C00000"/>
                </a:solidFill>
              </a:rPr>
              <a:t>myTuple</a:t>
            </a:r>
            <a:r>
              <a:rPr lang="en-US" dirty="0">
                <a:solidFill>
                  <a:srgbClr val="C00000"/>
                </a:solidFill>
              </a:rPr>
              <a:t>[1] = 6</a:t>
            </a:r>
          </a:p>
          <a:p>
            <a:pPr lvl="1"/>
            <a:r>
              <a:rPr lang="en-US" b="1" dirty="0"/>
              <a:t>Cannot</a:t>
            </a:r>
            <a:r>
              <a:rPr lang="en-US" dirty="0"/>
              <a:t> append! </a:t>
            </a:r>
            <a:r>
              <a:rPr lang="en-US" dirty="0" err="1">
                <a:solidFill>
                  <a:srgbClr val="C00000"/>
                </a:solidFill>
              </a:rPr>
              <a:t>myTuple.append</a:t>
            </a:r>
            <a:r>
              <a:rPr lang="en-US" dirty="0">
                <a:solidFill>
                  <a:srgbClr val="C00000"/>
                </a:solidFill>
              </a:rPr>
              <a:t>(7)</a:t>
            </a:r>
          </a:p>
          <a:p>
            <a:pPr lvl="1"/>
            <a:endParaRPr lang="en-US" dirty="0"/>
          </a:p>
        </p:txBody>
      </p:sp>
      <p:pic>
        <p:nvPicPr>
          <p:cNvPr id="4" name="Picture 3" descr="security - what is the most secure bicycle combination &lt;strong&gt;lock&lt;/strong&gt;? - Bicycles Stack Exchan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0243" y="98491"/>
            <a:ext cx="2561538" cy="313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108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Mixed 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Tuples often used  to store a small number of </a:t>
            </a:r>
          </a:p>
          <a:p>
            <a:pPr marL="0" indent="0">
              <a:buNone/>
            </a:pPr>
            <a:r>
              <a:rPr lang="en-US" dirty="0"/>
              <a:t>   closely related things, often of </a:t>
            </a:r>
            <a:r>
              <a:rPr lang="en-US" b="1" dirty="0"/>
              <a:t>different types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(“John”, 93, “Freshman”)</a:t>
            </a:r>
          </a:p>
          <a:p>
            <a:pPr lvl="1"/>
            <a:r>
              <a:rPr lang="en-US" dirty="0"/>
              <a:t>(“Emma”, 80, “</a:t>
            </a:r>
            <a:r>
              <a:rPr lang="en-US" dirty="0" err="1"/>
              <a:t>Sophmore</a:t>
            </a:r>
            <a:r>
              <a:rPr lang="en-US" dirty="0"/>
              <a:t>”)</a:t>
            </a:r>
          </a:p>
          <a:p>
            <a:endParaRPr lang="en-US" dirty="0"/>
          </a:p>
          <a:p>
            <a:r>
              <a:rPr lang="en-US" dirty="0"/>
              <a:t>First represents name, then grade, then standing</a:t>
            </a:r>
          </a:p>
        </p:txBody>
      </p:sp>
      <p:pic>
        <p:nvPicPr>
          <p:cNvPr id="4" name="Picture 3" descr="25 Ways to Have Fun with Math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6883" y="175934"/>
            <a:ext cx="3389854" cy="225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680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Unpacking 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myTuple</a:t>
            </a:r>
            <a:r>
              <a:rPr lang="en-US" dirty="0"/>
              <a:t> = (“John”, 93, “Freshman”)</a:t>
            </a:r>
          </a:p>
          <a:p>
            <a:r>
              <a:rPr lang="en-US" dirty="0"/>
              <a:t>How to unpack this? The </a:t>
            </a:r>
            <a:r>
              <a:rPr lang="en-US" b="1" dirty="0"/>
              <a:t>bad </a:t>
            </a:r>
            <a:r>
              <a:rPr lang="en-US" dirty="0"/>
              <a:t>way:</a:t>
            </a:r>
          </a:p>
          <a:p>
            <a:pPr lvl="1"/>
            <a:r>
              <a:rPr lang="en-US" dirty="0"/>
              <a:t>name = </a:t>
            </a:r>
            <a:r>
              <a:rPr lang="en-US" dirty="0" err="1"/>
              <a:t>myTuple</a:t>
            </a:r>
            <a:r>
              <a:rPr lang="en-US" dirty="0"/>
              <a:t>[0]</a:t>
            </a:r>
          </a:p>
          <a:p>
            <a:pPr lvl="1"/>
            <a:r>
              <a:rPr lang="en-US" dirty="0"/>
              <a:t>grade = </a:t>
            </a:r>
            <a:r>
              <a:rPr lang="en-US" dirty="0" err="1"/>
              <a:t>myTuple</a:t>
            </a:r>
            <a:r>
              <a:rPr lang="en-US" dirty="0"/>
              <a:t>[1]</a:t>
            </a:r>
          </a:p>
          <a:p>
            <a:pPr lvl="1"/>
            <a:r>
              <a:rPr lang="en-US" dirty="0"/>
              <a:t>standing = </a:t>
            </a:r>
            <a:r>
              <a:rPr lang="en-US" dirty="0" err="1"/>
              <a:t>myTuple</a:t>
            </a:r>
            <a:r>
              <a:rPr lang="en-US" dirty="0"/>
              <a:t>[2]</a:t>
            </a:r>
          </a:p>
          <a:p>
            <a:pPr lvl="1"/>
            <a:r>
              <a:rPr lang="en-US" dirty="0"/>
              <a:t>Ugly!  Confusing!  Hard to understand!</a:t>
            </a:r>
          </a:p>
          <a:p>
            <a:r>
              <a:rPr lang="en-US" dirty="0"/>
              <a:t>The</a:t>
            </a:r>
            <a:r>
              <a:rPr lang="en-US" b="1" dirty="0"/>
              <a:t> much </a:t>
            </a:r>
            <a:r>
              <a:rPr lang="en-US" dirty="0"/>
              <a:t>better way:</a:t>
            </a:r>
          </a:p>
          <a:p>
            <a:pPr lvl="1"/>
            <a:r>
              <a:rPr lang="en-US" dirty="0"/>
              <a:t>(name, grade, standing) = </a:t>
            </a:r>
            <a:r>
              <a:rPr lang="en-US" dirty="0" err="1"/>
              <a:t>myTuple</a:t>
            </a:r>
            <a:endParaRPr lang="en-US" dirty="0"/>
          </a:p>
          <a:p>
            <a:pPr lvl="1"/>
            <a:r>
              <a:rPr lang="en-US" dirty="0"/>
              <a:t>Yes, we can have multiple things on the left hand side!</a:t>
            </a:r>
          </a:p>
          <a:p>
            <a:pPr lvl="1"/>
            <a:r>
              <a:rPr lang="en-US" dirty="0"/>
              <a:t>Works perfectly!</a:t>
            </a:r>
          </a:p>
          <a:p>
            <a:pPr lvl="1"/>
            <a:r>
              <a:rPr lang="en-US" dirty="0"/>
              <a:t>Even if you just need the name, best to do it this way so it’s clear what each thing in the tuple represents</a:t>
            </a:r>
            <a:br>
              <a:rPr lang="en-US" dirty="0"/>
            </a:b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 descr="TO LIVE UNENCUMBERED: Finding the courage to drop attachments and free ourselves | The Mindful Wor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6541" y="315102"/>
            <a:ext cx="4123932" cy="275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78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Tuples or lists?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Tuples</a:t>
            </a:r>
          </a:p>
          <a:p>
            <a:pPr lvl="1"/>
            <a:r>
              <a:rPr lang="en-US" dirty="0"/>
              <a:t>Nothing can be added, changed, or removed (</a:t>
            </a:r>
            <a:r>
              <a:rPr lang="en-US" b="1" dirty="0"/>
              <a:t>immutable</a:t>
            </a:r>
            <a:r>
              <a:rPr lang="en-US" dirty="0"/>
              <a:t>)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 Important term</a:t>
            </a:r>
            <a:endParaRPr lang="en-US" dirty="0">
              <a:solidFill>
                <a:srgbClr val="00B0F0"/>
              </a:solidFill>
            </a:endParaRPr>
          </a:p>
          <a:p>
            <a:pPr lvl="1"/>
            <a:r>
              <a:rPr lang="en-US" dirty="0"/>
              <a:t>Most commonly used when there is a small number of items, each with different meanings</a:t>
            </a:r>
          </a:p>
          <a:p>
            <a:pPr lvl="1"/>
            <a:r>
              <a:rPr lang="en-US" dirty="0"/>
              <a:t>Indexing (e.g. </a:t>
            </a:r>
            <a:r>
              <a:rPr lang="en-US" dirty="0" err="1"/>
              <a:t>myTuple</a:t>
            </a:r>
            <a:r>
              <a:rPr lang="en-US" dirty="0"/>
              <a:t>[2]) is usually bad</a:t>
            </a:r>
          </a:p>
          <a:p>
            <a:r>
              <a:rPr lang="en-US" dirty="0"/>
              <a:t>Lists </a:t>
            </a:r>
          </a:p>
          <a:p>
            <a:pPr lvl="1"/>
            <a:r>
              <a:rPr lang="en-US" dirty="0"/>
              <a:t>Can add, change, remove (</a:t>
            </a:r>
            <a:r>
              <a:rPr lang="en-US" b="1" dirty="0"/>
              <a:t>mutable</a:t>
            </a:r>
            <a:r>
              <a:rPr lang="en-US" dirty="0"/>
              <a:t>)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 Important term</a:t>
            </a:r>
            <a:endParaRPr lang="en-US" dirty="0">
              <a:solidFill>
                <a:srgbClr val="00B0F0"/>
              </a:solidFill>
            </a:endParaRPr>
          </a:p>
          <a:p>
            <a:pPr lvl="1"/>
            <a:r>
              <a:rPr lang="en-US" dirty="0"/>
              <a:t>Most commonly used when there is a large number of similar items in a sequence </a:t>
            </a:r>
          </a:p>
          <a:p>
            <a:pPr lvl="1"/>
            <a:r>
              <a:rPr lang="en-US" dirty="0"/>
              <a:t>Indexing (e.g. </a:t>
            </a:r>
            <a:r>
              <a:rPr lang="en-US" dirty="0" err="1"/>
              <a:t>myList</a:t>
            </a:r>
            <a:r>
              <a:rPr lang="en-US" dirty="0"/>
              <a:t>[2]) is usually good</a:t>
            </a:r>
          </a:p>
          <a:p>
            <a:pPr lvl="1"/>
            <a:endParaRPr lang="en-US" dirty="0"/>
          </a:p>
        </p:txBody>
      </p:sp>
      <p:pic>
        <p:nvPicPr>
          <p:cNvPr id="4" name="Picture 3" descr="PROFESSORES LUSOS: Para quando a publicitação das listas de colocação de agosto? E a primeira ..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1072" y="-127210"/>
            <a:ext cx="2589376" cy="27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33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between lists and 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our standard type conversion stuff!</a:t>
            </a:r>
          </a:p>
          <a:p>
            <a:r>
              <a:rPr lang="en-US" dirty="0"/>
              <a:t>list((1,2,3))</a:t>
            </a:r>
          </a:p>
          <a:p>
            <a:pPr lvl="1"/>
            <a:r>
              <a:rPr lang="en-US" dirty="0"/>
              <a:t>[1,2,3]</a:t>
            </a:r>
          </a:p>
          <a:p>
            <a:r>
              <a:rPr lang="en-US" dirty="0"/>
              <a:t>tuple([1,2,3])</a:t>
            </a:r>
          </a:p>
          <a:p>
            <a:pPr lvl="1"/>
            <a:r>
              <a:rPr lang="en-US" dirty="0"/>
              <a:t>(1,2,3)</a:t>
            </a:r>
          </a:p>
          <a:p>
            <a:r>
              <a:rPr lang="en-US" dirty="0"/>
              <a:t>Useful if you need to change a tuple for some reason</a:t>
            </a:r>
          </a:p>
          <a:p>
            <a:pPr lvl="1"/>
            <a:r>
              <a:rPr lang="en-US" dirty="0"/>
              <a:t>Convert to list, then convert back</a:t>
            </a:r>
          </a:p>
        </p:txBody>
      </p:sp>
      <p:pic>
        <p:nvPicPr>
          <p:cNvPr id="4" name="Picture 3" descr="gear - Will I need a power &lt;strong&gt;converter&lt;/strong&gt; for my laptop? (U.S. based.) to Philippines? - Travel Stack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9987" y="980682"/>
            <a:ext cx="2577151" cy="257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47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lists and 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have lists of tuples</a:t>
            </a:r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[(“Allan”, 3.8, “CS”), (“Paige”, 3.9, “ASTR”)]</a:t>
            </a:r>
          </a:p>
          <a:p>
            <a:r>
              <a:rPr lang="en-US" dirty="0"/>
              <a:t>Fine to loop through as normal:</a:t>
            </a:r>
          </a:p>
          <a:p>
            <a:pPr lvl="1"/>
            <a:r>
              <a:rPr lang="en-US" dirty="0"/>
              <a:t>for </a:t>
            </a:r>
            <a:r>
              <a:rPr lang="en-US" dirty="0" err="1"/>
              <a:t>studentTuple</a:t>
            </a:r>
            <a:r>
              <a:rPr lang="en-US" dirty="0"/>
              <a:t> in students:</a:t>
            </a:r>
          </a:p>
          <a:p>
            <a:pPr lvl="2"/>
            <a:r>
              <a:rPr lang="en-US" dirty="0"/>
              <a:t>(name, </a:t>
            </a:r>
            <a:r>
              <a:rPr lang="en-US" dirty="0" err="1"/>
              <a:t>gpa</a:t>
            </a:r>
            <a:r>
              <a:rPr lang="en-US" dirty="0"/>
              <a:t>, major) = </a:t>
            </a:r>
            <a:r>
              <a:rPr lang="en-US" dirty="0" err="1"/>
              <a:t>studentTuple</a:t>
            </a:r>
            <a:endParaRPr lang="en-US" dirty="0"/>
          </a:p>
          <a:p>
            <a:pPr lvl="2"/>
            <a:r>
              <a:rPr lang="en-US" dirty="0"/>
              <a:t>#do something</a:t>
            </a:r>
          </a:p>
          <a:p>
            <a:r>
              <a:rPr lang="en-US" dirty="0"/>
              <a:t>A little bit shorter and nicer:</a:t>
            </a:r>
          </a:p>
          <a:p>
            <a:pPr lvl="1"/>
            <a:r>
              <a:rPr lang="en-US" dirty="0"/>
              <a:t>for (name, </a:t>
            </a:r>
            <a:r>
              <a:rPr lang="en-US" dirty="0" err="1"/>
              <a:t>gpa</a:t>
            </a:r>
            <a:r>
              <a:rPr lang="en-US" dirty="0"/>
              <a:t>, major) in students:</a:t>
            </a:r>
          </a:p>
          <a:p>
            <a:pPr lvl="2"/>
            <a:r>
              <a:rPr lang="en-US" dirty="0"/>
              <a:t>#do something</a:t>
            </a:r>
          </a:p>
        </p:txBody>
      </p:sp>
      <p:pic>
        <p:nvPicPr>
          <p:cNvPr id="4" name="Picture 3" descr="&lt;strong&gt;Inside&lt;/strong&gt; the &lt;strong&gt;Box&lt;/strong&gt; | &lt;strong&gt;Inside&lt;/strong&gt;, some genuine European bubble wrap. … | Flickr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6587" y="224444"/>
            <a:ext cx="4211980" cy="2776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06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if I have two lists, that I want to go </a:t>
            </a:r>
            <a:br>
              <a:rPr lang="en-US" dirty="0"/>
            </a:br>
            <a:r>
              <a:rPr lang="en-US" dirty="0"/>
              <a:t>	through at the same time?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Old way:</a:t>
            </a:r>
          </a:p>
          <a:p>
            <a:pPr lvl="1"/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</a:t>
            </a:r>
            <a:r>
              <a:rPr lang="en-US" dirty="0" err="1"/>
              <a:t>len</a:t>
            </a:r>
            <a:r>
              <a:rPr lang="en-US" dirty="0"/>
              <a:t>(names)):</a:t>
            </a:r>
          </a:p>
          <a:p>
            <a:pPr lvl="2"/>
            <a:r>
              <a:rPr lang="en-US" dirty="0"/>
              <a:t>print(names[</a:t>
            </a:r>
            <a:r>
              <a:rPr lang="en-US" dirty="0" err="1"/>
              <a:t>i</a:t>
            </a:r>
            <a:r>
              <a:rPr lang="en-US" dirty="0"/>
              <a:t>])</a:t>
            </a:r>
          </a:p>
          <a:p>
            <a:pPr lvl="2"/>
            <a:r>
              <a:rPr lang="en-US" dirty="0"/>
              <a:t>print(grades[</a:t>
            </a:r>
            <a:r>
              <a:rPr lang="en-US" dirty="0" err="1"/>
              <a:t>i</a:t>
            </a:r>
            <a:r>
              <a:rPr lang="en-US" dirty="0"/>
              <a:t>])</a:t>
            </a:r>
          </a:p>
          <a:p>
            <a:r>
              <a:rPr lang="en-US" dirty="0"/>
              <a:t>Perfectly fine, but a little clunky</a:t>
            </a:r>
          </a:p>
          <a:p>
            <a:r>
              <a:rPr lang="en-US" dirty="0"/>
              <a:t>Can tuples help us do this better?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63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Simultaneous for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(name, grade) in zip(names, grades):</a:t>
            </a:r>
          </a:p>
          <a:p>
            <a:pPr lvl="1"/>
            <a:r>
              <a:rPr lang="en-US" dirty="0"/>
              <a:t>print(“Name is “, name)</a:t>
            </a:r>
          </a:p>
          <a:p>
            <a:pPr lvl="1"/>
            <a:r>
              <a:rPr lang="en-US" dirty="0"/>
              <a:t>print(“Grade is “, grade)</a:t>
            </a:r>
          </a:p>
          <a:p>
            <a:endParaRPr lang="en-US" dirty="0"/>
          </a:p>
          <a:p>
            <a:r>
              <a:rPr lang="en-US" dirty="0"/>
              <a:t>Goes through the first in both, then the second in both, etc.</a:t>
            </a:r>
          </a:p>
          <a:p>
            <a:pPr lvl="1"/>
            <a:r>
              <a:rPr lang="en-US" dirty="0"/>
              <a:t>No need to worry about indices etc.</a:t>
            </a:r>
          </a:p>
          <a:p>
            <a:r>
              <a:rPr lang="en-US" dirty="0"/>
              <a:t>Zip takes two lists and zips them</a:t>
            </a:r>
          </a:p>
          <a:p>
            <a:pPr lvl="1"/>
            <a:r>
              <a:rPr lang="en-US" dirty="0"/>
              <a:t>zip([1,2,3,4], [5,6,7,8]) </a:t>
            </a:r>
            <a:r>
              <a:rPr lang="en-US" dirty="0">
                <a:sym typeface="Wingdings" panose="05000000000000000000" pitchFamily="2" charset="2"/>
              </a:rPr>
              <a:t> [(1,5), (2,6), (3,7), (4,8)]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Don’t overuse – most useful here</a:t>
            </a:r>
            <a:endParaRPr lang="en-US" dirty="0"/>
          </a:p>
        </p:txBody>
      </p:sp>
      <p:pic>
        <p:nvPicPr>
          <p:cNvPr id="4" name="Picture 3" descr="The FJP — reuters: To get different angles I jumped into..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2432" y="0"/>
            <a:ext cx="4689568" cy="235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66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lab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Brief practice </a:t>
            </a:r>
            <a:r>
              <a:rPr lang="en-US"/>
              <a:t>with tuples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437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1878</TotalTime>
  <Words>688</Words>
  <Application>Microsoft Office PowerPoint</Application>
  <PresentationFormat>Widescreen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DATA/CS 172: Python for Data Analysis</vt:lpstr>
      <vt:lpstr>Reminders</vt:lpstr>
      <vt:lpstr>Tuples</vt:lpstr>
      <vt:lpstr>Can do most list things with tuples</vt:lpstr>
      <vt:lpstr>Mixed Tuples</vt:lpstr>
      <vt:lpstr>Unpacking tuples</vt:lpstr>
      <vt:lpstr>Tuples or lists?</vt:lpstr>
      <vt:lpstr>Converting between lists and tuples</vt:lpstr>
      <vt:lpstr>Combining lists and tuples</vt:lpstr>
      <vt:lpstr>What if I have two lists, that I want to go   through at the same time?</vt:lpstr>
      <vt:lpstr>Simultaneous for loop</vt:lpstr>
      <vt:lpstr>Next lab 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CS172: Python for Data Analysis</dc:title>
  <dc:creator>Travis</dc:creator>
  <cp:lastModifiedBy>Travis Mandel</cp:lastModifiedBy>
  <cp:revision>75</cp:revision>
  <dcterms:created xsi:type="dcterms:W3CDTF">2018-09-05T09:38:38Z</dcterms:created>
  <dcterms:modified xsi:type="dcterms:W3CDTF">2024-09-20T20:48:26Z</dcterms:modified>
</cp:coreProperties>
</file>