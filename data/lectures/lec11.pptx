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2" r:id="rId3"/>
    <p:sldId id="296" r:id="rId4"/>
    <p:sldId id="297" r:id="rId5"/>
    <p:sldId id="283" r:id="rId6"/>
    <p:sldId id="284" r:id="rId7"/>
    <p:sldId id="285" r:id="rId8"/>
    <p:sldId id="286" r:id="rId9"/>
    <p:sldId id="287" r:id="rId10"/>
    <p:sldId id="289" r:id="rId11"/>
    <p:sldId id="288" r:id="rId12"/>
    <p:sldId id="290" r:id="rId13"/>
    <p:sldId id="291" r:id="rId14"/>
    <p:sldId id="298" r:id="rId15"/>
    <p:sldId id="295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D9A1A8-FF1D-4726-838B-47A0FE4AFDE0}">
          <p14:sldIdLst>
            <p14:sldId id="261"/>
            <p14:sldId id="282"/>
            <p14:sldId id="296"/>
            <p14:sldId id="297"/>
            <p14:sldId id="283"/>
            <p14:sldId id="284"/>
            <p14:sldId id="285"/>
            <p14:sldId id="286"/>
            <p14:sldId id="287"/>
            <p14:sldId id="289"/>
            <p14:sldId id="288"/>
            <p14:sldId id="290"/>
            <p14:sldId id="291"/>
            <p14:sldId id="298"/>
            <p14:sldId id="295"/>
            <p14:sldId id="294"/>
          </p14:sldIdLst>
        </p14:section>
        <p14:section name="Untitled Section" id="{077C5D54-4F76-4A0B-8326-09AC223F03F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lickr.com/photos/erikbenson/3835146379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transgriot.blogspot.com/2011/04/gay-inc-dictionary.htm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Intro to Dictionaries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10/7/2024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1 due Friday</a:t>
            </a:r>
          </a:p>
        </p:txBody>
      </p:sp>
    </p:spTree>
    <p:extLst>
      <p:ext uri="{BB962C8B-B14F-4D97-AF65-F5344CB8AC3E}">
        <p14:creationId xmlns:p14="http://schemas.microsoft.com/office/powerpoint/2010/main" val="194965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C514-C9F6-455C-8256-4A65F2DA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A8668-C7DA-4435-8EAD-A3D877413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processed a lot of data</a:t>
            </a:r>
          </a:p>
          <a:p>
            <a:pPr lvl="1"/>
            <a:r>
              <a:rPr lang="en-US" dirty="0"/>
              <a:t>Hopefully, you have started on this by now!</a:t>
            </a:r>
          </a:p>
          <a:p>
            <a:r>
              <a:rPr lang="en-US" dirty="0"/>
              <a:t>Problem: had to use lists</a:t>
            </a:r>
          </a:p>
          <a:p>
            <a:r>
              <a:rPr lang="en-US" dirty="0"/>
              <a:t>You didn’t need all the data – you were interested in only a few target cuisines</a:t>
            </a:r>
          </a:p>
          <a:p>
            <a:pPr lvl="1"/>
            <a:r>
              <a:rPr lang="en-US" dirty="0"/>
              <a:t>Once things are read into lists, go through each target cuisine, count up, and print avg</a:t>
            </a:r>
          </a:p>
          <a:p>
            <a:pPr lvl="1"/>
            <a:r>
              <a:rPr lang="en-US" dirty="0"/>
              <a:t>What if I had required you to keep track of </a:t>
            </a:r>
            <a:r>
              <a:rPr lang="en-US" b="1" dirty="0"/>
              <a:t>all cuisines </a:t>
            </a:r>
            <a:r>
              <a:rPr lang="en-US" dirty="0"/>
              <a:t>- </a:t>
            </a:r>
          </a:p>
          <a:p>
            <a:pPr lvl="2"/>
            <a:r>
              <a:rPr lang="en-US" dirty="0"/>
              <a:t>Would have been a huge pain!</a:t>
            </a:r>
          </a:p>
          <a:p>
            <a:pPr lvl="1"/>
            <a:r>
              <a:rPr lang="en-US" dirty="0"/>
              <a:t>…. Is there a better way to organize things like this?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22A3066-7EA0-4FA0-918D-4E360496F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03071" y="0"/>
            <a:ext cx="3188929" cy="239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7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F41F-7671-44F2-AAFD-C6A12F0E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D117A-1FCB-478A-8401-26402AD5C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have separate variables for each cuisine, it would be great</a:t>
            </a:r>
          </a:p>
          <a:p>
            <a:r>
              <a:rPr lang="en-US" dirty="0"/>
              <a:t>Problem: No idea how many cuisines or what they are</a:t>
            </a:r>
          </a:p>
          <a:p>
            <a:pPr lvl="1"/>
            <a:r>
              <a:rPr lang="en-US" dirty="0"/>
              <a:t>Don’t want to hardcode</a:t>
            </a:r>
          </a:p>
          <a:p>
            <a:r>
              <a:rPr lang="en-US" dirty="0"/>
              <a:t>Idea: Imagine a dictionary…</a:t>
            </a:r>
          </a:p>
          <a:p>
            <a:pPr lvl="1"/>
            <a:r>
              <a:rPr lang="en-US" dirty="0"/>
              <a:t>.. You look up a word (say “debate” or “positive test result”)</a:t>
            </a:r>
          </a:p>
          <a:p>
            <a:pPr lvl="2"/>
            <a:r>
              <a:rPr lang="en-US" dirty="0"/>
              <a:t>… or a cuisine</a:t>
            </a:r>
          </a:p>
          <a:p>
            <a:pPr lvl="1"/>
            <a:r>
              <a:rPr lang="en-US" dirty="0"/>
              <a:t>… it gives you back information about that phrase </a:t>
            </a:r>
          </a:p>
          <a:p>
            <a:pPr marL="457200" lvl="1" indent="0">
              <a:buNone/>
            </a:pPr>
            <a:r>
              <a:rPr lang="en-US" dirty="0"/>
              <a:t>	(or sequence)</a:t>
            </a:r>
          </a:p>
          <a:p>
            <a:pPr lvl="2"/>
            <a:r>
              <a:rPr lang="en-US" dirty="0"/>
              <a:t>For example, the count of occurrences</a:t>
            </a:r>
          </a:p>
        </p:txBody>
      </p:sp>
      <p:pic>
        <p:nvPicPr>
          <p:cNvPr id="4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C84376A3-B169-4BE3-A82A-1978E3A83B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32211" y="2991952"/>
            <a:ext cx="2504661" cy="3131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50C5DC-72EC-4743-A3DB-D827B46CB2F1}"/>
              </a:ext>
            </a:extLst>
          </p:cNvPr>
          <p:cNvSpPr txBox="1"/>
          <p:nvPr/>
        </p:nvSpPr>
        <p:spPr>
          <a:xfrm>
            <a:off x="9032211" y="6123543"/>
            <a:ext cx="2504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transgriot.blogspot.com/2011/04/gay-inc-dictionary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14335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791B-60DF-4B1D-9063-A08098A0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Also: Tuples are pretty cool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2D849-A4E2-4EC5-8213-7D2567562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But no way to encode name of each element</a:t>
            </a:r>
          </a:p>
          <a:p>
            <a:r>
              <a:rPr lang="en-US" dirty="0"/>
              <a:t>Have to remember what order things come in</a:t>
            </a:r>
          </a:p>
          <a:p>
            <a:pPr lvl="1"/>
            <a:r>
              <a:rPr lang="en-US" dirty="0" err="1"/>
              <a:t>myTuple</a:t>
            </a:r>
            <a:r>
              <a:rPr lang="en-US" dirty="0"/>
              <a:t> = (“john”, 96, “senior”)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(name, standing, grade) = </a:t>
            </a:r>
            <a:r>
              <a:rPr lang="en-US" dirty="0" err="1"/>
              <a:t>myTuple</a:t>
            </a:r>
            <a:endParaRPr lang="en-US" dirty="0"/>
          </a:p>
          <a:p>
            <a:pPr lvl="1"/>
            <a:r>
              <a:rPr lang="en-US" dirty="0"/>
              <a:t>Grade is senior?!</a:t>
            </a:r>
          </a:p>
          <a:p>
            <a:r>
              <a:rPr lang="en-US" dirty="0"/>
              <a:t>Not mutable (cannot easily add new field)</a:t>
            </a:r>
          </a:p>
          <a:p>
            <a:r>
              <a:rPr lang="en-US" dirty="0"/>
              <a:t>Very cumbersome if need to store lots of stuff (e.g. more than 5)</a:t>
            </a:r>
          </a:p>
        </p:txBody>
      </p:sp>
      <p:pic>
        <p:nvPicPr>
          <p:cNvPr id="4" name="Picture 3" descr="Clipart - &lt;strong&gt;Cool&lt;/strong&gt; Smiley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469" y="365125"/>
            <a:ext cx="2273674" cy="227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4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707D-0D3B-42EF-85B1-6D7E3D36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78642-AF0B-4AAE-AE17-510B13BC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553" y="2451288"/>
            <a:ext cx="10515600" cy="4351338"/>
          </a:xfrm>
        </p:spPr>
        <p:txBody>
          <a:bodyPr/>
          <a:lstStyle/>
          <a:p>
            <a:r>
              <a:rPr lang="en-US" dirty="0"/>
              <a:t>What if we have something that maps from name to value?</a:t>
            </a:r>
          </a:p>
          <a:p>
            <a:pPr lvl="1"/>
            <a:r>
              <a:rPr lang="en-US" dirty="0"/>
              <a:t>That dictionary idea again!</a:t>
            </a:r>
          </a:p>
          <a:p>
            <a:r>
              <a:rPr lang="en-US" dirty="0"/>
              <a:t>Can use it to name a tuple…</a:t>
            </a:r>
          </a:p>
          <a:p>
            <a:r>
              <a:rPr lang="en-US" dirty="0"/>
              <a:t>Can use it to remember various aspects of the data</a:t>
            </a:r>
          </a:p>
          <a:p>
            <a:pPr lvl="1"/>
            <a:r>
              <a:rPr lang="en-US" dirty="0"/>
              <a:t>Useful for tons of stuff!</a:t>
            </a:r>
          </a:p>
          <a:p>
            <a:pPr lvl="1"/>
            <a:r>
              <a:rPr lang="en-US" dirty="0" err="1"/>
              <a:t>Mondays’s</a:t>
            </a:r>
            <a:r>
              <a:rPr lang="en-US" dirty="0"/>
              <a:t> lab will use it for unit conversion, for instance.</a:t>
            </a:r>
          </a:p>
        </p:txBody>
      </p:sp>
      <p:pic>
        <p:nvPicPr>
          <p:cNvPr id="4" name="Picture 3" descr="Free stock photo of book, dictionary, &lt;strong&gt;encyclopedia&lt;/strong&gt;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405" y="55374"/>
            <a:ext cx="2917595" cy="194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5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4413-BA31-4181-A943-EF36E4E6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2D5A3-0400-4895-8EB5-C677047DB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for dictionary</a:t>
            </a:r>
          </a:p>
          <a:p>
            <a:r>
              <a:rPr lang="en-US" dirty="0"/>
              <a:t>Maps from </a:t>
            </a:r>
            <a:r>
              <a:rPr lang="en-US" b="1" dirty="0"/>
              <a:t>keys</a:t>
            </a:r>
            <a:r>
              <a:rPr lang="en-US" dirty="0"/>
              <a:t> to </a:t>
            </a:r>
            <a:r>
              <a:rPr lang="en-US" b="1" dirty="0"/>
              <a:t>values</a:t>
            </a:r>
          </a:p>
          <a:p>
            <a:pPr lvl="1"/>
            <a:r>
              <a:rPr lang="en-US" dirty="0"/>
              <a:t>Example: opposite colors</a:t>
            </a:r>
          </a:p>
          <a:p>
            <a:pPr lvl="2"/>
            <a:r>
              <a:rPr lang="en-US" dirty="0"/>
              <a:t>Red </a:t>
            </a:r>
            <a:r>
              <a:rPr lang="en-US" dirty="0">
                <a:sym typeface="Wingdings" panose="05000000000000000000" pitchFamily="2" charset="2"/>
              </a:rPr>
              <a:t>Green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Blue  Orange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Yellow Purple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Red, blue, yellow are the </a:t>
            </a:r>
            <a:r>
              <a:rPr lang="en-US" b="1" dirty="0">
                <a:sym typeface="Wingdings" panose="05000000000000000000" pitchFamily="2" charset="2"/>
              </a:rPr>
              <a:t>keys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Green, orange, purple are the </a:t>
            </a:r>
            <a:r>
              <a:rPr lang="en-US" b="1" dirty="0">
                <a:sym typeface="Wingdings" panose="05000000000000000000" pitchFamily="2" charset="2"/>
              </a:rPr>
              <a:t>values</a:t>
            </a:r>
            <a:endParaRPr lang="en-US" b="1" dirty="0"/>
          </a:p>
          <a:p>
            <a:r>
              <a:rPr lang="en-US" dirty="0"/>
              <a:t>Each key maps to just one value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Citing in HTML5 with the cite attribute &amp; cite tag « Rachael L. Moor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239" y="188536"/>
            <a:ext cx="3289198" cy="284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0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181A-3691-44B8-9070-1A967581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 </a:t>
            </a:r>
            <a:r>
              <a:rPr lang="en-US" dirty="0" err="1"/>
              <a:t>Dict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60E7C-7E3A-446D-9A73-65EC2B84E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Empty </a:t>
            </a:r>
            <a:r>
              <a:rPr lang="en-US" dirty="0" err="1"/>
              <a:t>dict</a:t>
            </a:r>
            <a:endParaRPr lang="en-US" dirty="0"/>
          </a:p>
          <a:p>
            <a:pPr lvl="1"/>
            <a:r>
              <a:rPr lang="en-US" dirty="0" err="1"/>
              <a:t>myDict</a:t>
            </a:r>
            <a:r>
              <a:rPr lang="en-US" dirty="0"/>
              <a:t> = {}</a:t>
            </a:r>
          </a:p>
          <a:p>
            <a:pPr lvl="1"/>
            <a:r>
              <a:rPr lang="en-US" dirty="0"/>
              <a:t>Note the curly braces!</a:t>
            </a:r>
          </a:p>
          <a:p>
            <a:pPr lvl="2"/>
            <a:r>
              <a:rPr lang="en-US" dirty="0"/>
              <a:t>In contrast to square for lists and </a:t>
            </a:r>
            <a:r>
              <a:rPr lang="en-US" dirty="0" err="1"/>
              <a:t>parens</a:t>
            </a:r>
            <a:r>
              <a:rPr lang="en-US" dirty="0"/>
              <a:t> for tuples</a:t>
            </a:r>
          </a:p>
          <a:p>
            <a:r>
              <a:rPr lang="en-US" dirty="0" err="1"/>
              <a:t>Dict</a:t>
            </a:r>
            <a:r>
              <a:rPr lang="en-US" dirty="0"/>
              <a:t> with some stuff in there already:</a:t>
            </a:r>
          </a:p>
          <a:p>
            <a:pPr marL="457200" lvl="1" indent="0">
              <a:buNone/>
            </a:pPr>
            <a:r>
              <a:rPr lang="en-US" dirty="0" err="1"/>
              <a:t>myDict</a:t>
            </a:r>
            <a:r>
              <a:rPr lang="en-US" dirty="0"/>
              <a:t> = {</a:t>
            </a:r>
          </a:p>
          <a:p>
            <a:pPr marL="457200" lvl="1" indent="0">
              <a:buNone/>
            </a:pPr>
            <a:r>
              <a:rPr lang="en-US" dirty="0"/>
              <a:t>	“key1” :”value1”,</a:t>
            </a:r>
          </a:p>
          <a:p>
            <a:pPr marL="457200" lvl="1" indent="0">
              <a:buNone/>
            </a:pPr>
            <a:r>
              <a:rPr lang="en-US" dirty="0"/>
              <a:t>	“key2”:”value2”,</a:t>
            </a:r>
          </a:p>
          <a:p>
            <a:pPr marL="457200" lvl="1" indent="0">
              <a:buNone/>
            </a:pPr>
            <a:r>
              <a:rPr lang="en-US" dirty="0"/>
              <a:t>	“key3”:”value3”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Keys often strings </a:t>
            </a:r>
          </a:p>
          <a:p>
            <a:pPr marL="0" indent="0">
              <a:buNone/>
            </a:pPr>
            <a:r>
              <a:rPr lang="en-US" dirty="0"/>
              <a:t>Values could be any type (</a:t>
            </a:r>
            <a:r>
              <a:rPr lang="en-US" dirty="0" err="1"/>
              <a:t>int</a:t>
            </a:r>
            <a:r>
              <a:rPr lang="en-US" dirty="0"/>
              <a:t>, float, string, etc.)</a:t>
            </a:r>
          </a:p>
        </p:txBody>
      </p:sp>
    </p:spTree>
    <p:extLst>
      <p:ext uri="{BB962C8B-B14F-4D97-AF65-F5344CB8AC3E}">
        <p14:creationId xmlns:p14="http://schemas.microsoft.com/office/powerpoint/2010/main" val="137815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F823-F151-4B94-AA17-4B246767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up something in a </a:t>
            </a:r>
            <a:r>
              <a:rPr lang="en-US" dirty="0" err="1"/>
              <a:t>dict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14B2-ED75-4585-9431-564EA77D0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myDict</a:t>
            </a:r>
            <a:r>
              <a:rPr lang="en-US" dirty="0"/>
              <a:t>[“key1”]</a:t>
            </a:r>
          </a:p>
          <a:p>
            <a:endParaRPr lang="en-US" dirty="0"/>
          </a:p>
          <a:p>
            <a:r>
              <a:rPr lang="en-US" dirty="0"/>
              <a:t>This is very fast!</a:t>
            </a:r>
          </a:p>
        </p:txBody>
      </p:sp>
      <p:pic>
        <p:nvPicPr>
          <p:cNvPr id="4" name="Picture 3" descr="Atleta urbano – mesmo sem querer – Lega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453" y="1461611"/>
            <a:ext cx="5079365" cy="507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5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C45C-F4E6-4B7D-8539-65622F65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key isn’t there?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F1EDA-77D5-42FE-9DD8-3459A427E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</a:t>
            </a:r>
          </a:p>
          <a:p>
            <a:pPr lvl="1"/>
            <a:r>
              <a:rPr lang="en-US" dirty="0" err="1"/>
              <a:t>KeyError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Checking if key is present?</a:t>
            </a:r>
          </a:p>
          <a:p>
            <a:pPr lvl="1"/>
            <a:r>
              <a:rPr lang="en-US" dirty="0"/>
              <a:t>YES! Our favorite in keyword again!</a:t>
            </a:r>
          </a:p>
          <a:p>
            <a:pPr lvl="2"/>
            <a:r>
              <a:rPr lang="en-US" dirty="0"/>
              <a:t>If “key1” in </a:t>
            </a:r>
            <a:r>
              <a:rPr lang="en-US" dirty="0" err="1"/>
              <a:t>myDict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 descr="USOS DEL PRESENT PERFECT EN INGLÉS | Clases Aprender Inglé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063" y="365125"/>
            <a:ext cx="362902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4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E739-E516-48A1-800C-8042CD28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to a </a:t>
            </a:r>
            <a:r>
              <a:rPr lang="en-US" dirty="0" err="1"/>
              <a:t>dict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65B9-12C4-4504-8328-9EBF3609C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myDict</a:t>
            </a:r>
            <a:r>
              <a:rPr lang="en-US" dirty="0"/>
              <a:t>[“key1”] = value</a:t>
            </a:r>
          </a:p>
          <a:p>
            <a:r>
              <a:rPr lang="en-US" dirty="0"/>
              <a:t>If key exists, this will overwrite!</a:t>
            </a:r>
          </a:p>
          <a:p>
            <a:r>
              <a:rPr lang="en-US" dirty="0"/>
              <a:t>If not, will add the key</a:t>
            </a:r>
          </a:p>
        </p:txBody>
      </p:sp>
      <p:pic>
        <p:nvPicPr>
          <p:cNvPr id="4" name="Picture 3" descr="Journey for Fair Trade: International Women's Day: What is Gender?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674" y="0"/>
            <a:ext cx="3789575" cy="37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3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5885-C357-48F7-BE9F-A3BDA73BF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all keys/values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0C4C8-08A7-4996-A8A5-6C1E04688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myDict.keys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a list of keys</a:t>
            </a:r>
          </a:p>
          <a:p>
            <a:pPr lvl="1"/>
            <a:r>
              <a:rPr lang="en-US" dirty="0"/>
              <a:t>Note: In my opinion, not good style to rely on exact order of the keys</a:t>
            </a:r>
          </a:p>
          <a:p>
            <a:pPr lvl="2"/>
            <a:r>
              <a:rPr lang="en-US" dirty="0"/>
              <a:t>Order was basically randomized prior to Python 3.6</a:t>
            </a:r>
          </a:p>
          <a:p>
            <a:r>
              <a:rPr lang="en-US" dirty="0" err="1"/>
              <a:t>myDict.values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a list of values</a:t>
            </a:r>
          </a:p>
          <a:p>
            <a:pPr lvl="1"/>
            <a:r>
              <a:rPr lang="en-US" dirty="0"/>
              <a:t>Again, order not guaranteed</a:t>
            </a:r>
          </a:p>
          <a:p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myDict</a:t>
            </a:r>
            <a:r>
              <a:rPr lang="en-US" dirty="0"/>
              <a:t>) = number of keys</a:t>
            </a:r>
          </a:p>
        </p:txBody>
      </p:sp>
    </p:spTree>
    <p:extLst>
      <p:ext uri="{BB962C8B-B14F-4D97-AF65-F5344CB8AC3E}">
        <p14:creationId xmlns:p14="http://schemas.microsoft.com/office/powerpoint/2010/main" val="356106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C0A6-C405-41E5-A5A3-C03016B4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over </a:t>
            </a:r>
            <a:r>
              <a:rPr lang="en-US" dirty="0" err="1"/>
              <a:t>dicts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C640-4A12-4FA5-9D14-9488D2294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Way 1 (not the best style)</a:t>
            </a:r>
          </a:p>
          <a:p>
            <a:pPr marL="457200" lvl="1" indent="0">
              <a:buNone/>
            </a:pPr>
            <a:r>
              <a:rPr lang="en-US" dirty="0"/>
              <a:t>for key in </a:t>
            </a:r>
            <a:r>
              <a:rPr lang="en-US" dirty="0" err="1"/>
              <a:t>myDict.keys</a:t>
            </a:r>
            <a:r>
              <a:rPr lang="en-US" dirty="0"/>
              <a:t>():</a:t>
            </a:r>
          </a:p>
          <a:p>
            <a:pPr marL="914400" lvl="2" indent="0">
              <a:buNone/>
            </a:pPr>
            <a:r>
              <a:rPr lang="en-US" dirty="0"/>
              <a:t>value = </a:t>
            </a:r>
            <a:r>
              <a:rPr lang="en-US" dirty="0" err="1"/>
              <a:t>myDict</a:t>
            </a:r>
            <a:r>
              <a:rPr lang="en-US" dirty="0"/>
              <a:t>[key]</a:t>
            </a:r>
          </a:p>
          <a:p>
            <a:pPr marL="914400" lvl="2" indent="0">
              <a:buNone/>
            </a:pPr>
            <a:r>
              <a:rPr lang="en-US" dirty="0"/>
              <a:t>print(“Key is”, key, “and value is”, value)</a:t>
            </a:r>
          </a:p>
          <a:p>
            <a:r>
              <a:rPr lang="en-US" dirty="0"/>
              <a:t>Way 2 (equivalent but better style)</a:t>
            </a:r>
          </a:p>
          <a:p>
            <a:pPr marL="457200" lvl="1" indent="0">
              <a:buNone/>
            </a:pPr>
            <a:r>
              <a:rPr lang="en-US" dirty="0"/>
              <a:t>for key in </a:t>
            </a:r>
            <a:r>
              <a:rPr lang="en-US" dirty="0" err="1"/>
              <a:t>myDict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value = </a:t>
            </a:r>
            <a:r>
              <a:rPr lang="en-US" dirty="0" err="1"/>
              <a:t>myDict</a:t>
            </a:r>
            <a:r>
              <a:rPr lang="en-US" dirty="0"/>
              <a:t>[key]</a:t>
            </a:r>
          </a:p>
          <a:p>
            <a:pPr marL="914400" lvl="2" indent="0">
              <a:buNone/>
            </a:pPr>
            <a:r>
              <a:rPr lang="en-US" dirty="0"/>
              <a:t>print(“Key is”, key, “and value is”, value)</a:t>
            </a:r>
          </a:p>
          <a:p>
            <a:r>
              <a:rPr lang="en-US" dirty="0"/>
              <a:t>As before, in my opinion, not good style to rely on exact order</a:t>
            </a:r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 descr="File:&lt;strong&gt;Looping&lt;/strong&gt;.png - Wikimedia Common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571" y="94270"/>
            <a:ext cx="4620179" cy="2795208"/>
          </a:xfrm>
          <a:prstGeom prst="rect">
            <a:avLst/>
          </a:prstGeom>
        </p:spPr>
      </p:pic>
      <p:pic>
        <p:nvPicPr>
          <p:cNvPr id="5" name="Picture 4" descr="EOI and Communication: English TESTS &amp; EXAM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460" y="885831"/>
            <a:ext cx="914400" cy="138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5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C0A6-C405-41E5-A5A3-C03016B4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over </a:t>
            </a:r>
            <a:r>
              <a:rPr lang="en-US" dirty="0" err="1"/>
              <a:t>dicts</a:t>
            </a:r>
            <a:r>
              <a:rPr lang="en-US" dirty="0"/>
              <a:t>: caution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C640-4A12-4FA5-9D14-9488D2294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problem here?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desiredKey</a:t>
            </a:r>
            <a:r>
              <a:rPr lang="en-US" dirty="0"/>
              <a:t> = “something”</a:t>
            </a:r>
          </a:p>
          <a:p>
            <a:pPr marL="457200" lvl="1" indent="0">
              <a:buNone/>
            </a:pPr>
            <a:r>
              <a:rPr lang="en-US" dirty="0"/>
              <a:t>for key in </a:t>
            </a:r>
            <a:r>
              <a:rPr lang="en-US" dirty="0" err="1"/>
              <a:t>myDict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        if key == </a:t>
            </a:r>
            <a:r>
              <a:rPr lang="en-US" dirty="0" err="1"/>
              <a:t>desiredKey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           value = </a:t>
            </a:r>
            <a:r>
              <a:rPr lang="en-US" dirty="0" err="1"/>
              <a:t>myDict</a:t>
            </a:r>
            <a:r>
              <a:rPr lang="en-US" dirty="0"/>
              <a:t>[key]</a:t>
            </a:r>
          </a:p>
          <a:p>
            <a:pPr marL="914400" lvl="2" indent="0">
              <a:buNone/>
            </a:pPr>
            <a:r>
              <a:rPr lang="en-US" dirty="0"/>
              <a:t>            print(“Found value”, value)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Better:</a:t>
            </a:r>
          </a:p>
          <a:p>
            <a:r>
              <a:rPr lang="en-US" dirty="0"/>
              <a:t>If </a:t>
            </a:r>
            <a:r>
              <a:rPr lang="en-US" dirty="0" err="1"/>
              <a:t>desiredKey</a:t>
            </a:r>
            <a:r>
              <a:rPr lang="en-US" dirty="0"/>
              <a:t> in </a:t>
            </a:r>
            <a:r>
              <a:rPr lang="en-US" dirty="0" err="1"/>
              <a:t>myDict</a:t>
            </a:r>
            <a:r>
              <a:rPr lang="en-US" dirty="0"/>
              <a:t>:</a:t>
            </a:r>
          </a:p>
          <a:p>
            <a:r>
              <a:rPr lang="en-US" dirty="0"/>
              <a:t>        value = </a:t>
            </a:r>
            <a:r>
              <a:rPr lang="en-US" dirty="0" err="1"/>
              <a:t>myDict</a:t>
            </a:r>
            <a:r>
              <a:rPr lang="en-US" dirty="0"/>
              <a:t>[</a:t>
            </a:r>
            <a:r>
              <a:rPr lang="en-US" dirty="0" err="1"/>
              <a:t>desiredKey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0667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on </a:t>
            </a:r>
            <a:r>
              <a:rPr lang="en-US" dirty="0" err="1"/>
              <a:t>dicts</a:t>
            </a:r>
            <a:r>
              <a:rPr lang="en-US" dirty="0"/>
              <a:t> you should NOT call!!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myDict.update</a:t>
            </a:r>
            <a:r>
              <a:rPr lang="en-US" dirty="0"/>
              <a:t>({</a:t>
            </a:r>
            <a:r>
              <a:rPr lang="en-US" dirty="0" err="1"/>
              <a:t>key:value</a:t>
            </a:r>
            <a:r>
              <a:rPr lang="en-US" dirty="0"/>
              <a:t>})</a:t>
            </a:r>
          </a:p>
          <a:p>
            <a:pPr lvl="1"/>
            <a:r>
              <a:rPr lang="en-US" dirty="0"/>
              <a:t>Should just use </a:t>
            </a:r>
            <a:r>
              <a:rPr lang="en-US" dirty="0" err="1"/>
              <a:t>myDict</a:t>
            </a:r>
            <a:r>
              <a:rPr lang="en-US" dirty="0"/>
              <a:t>[key] = value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err="1"/>
              <a:t>myDict.items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Instead of “for (</a:t>
            </a:r>
            <a:r>
              <a:rPr lang="en-US" dirty="0" err="1"/>
              <a:t>key,value</a:t>
            </a:r>
            <a:r>
              <a:rPr lang="en-US" dirty="0"/>
              <a:t>) in </a:t>
            </a:r>
            <a:r>
              <a:rPr lang="en-US" dirty="0" err="1"/>
              <a:t>myDict.items</a:t>
            </a:r>
            <a:r>
              <a:rPr lang="en-US" dirty="0"/>
              <a:t>()”,  it’s better to do:</a:t>
            </a:r>
          </a:p>
          <a:p>
            <a:pPr lvl="1"/>
            <a:r>
              <a:rPr lang="en-US" dirty="0"/>
              <a:t>for key in </a:t>
            </a:r>
            <a:r>
              <a:rPr lang="en-US" dirty="0" err="1"/>
              <a:t>myDict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	value = </a:t>
            </a:r>
            <a:r>
              <a:rPr lang="en-US" dirty="0" err="1"/>
              <a:t>myDict</a:t>
            </a:r>
            <a:r>
              <a:rPr lang="en-US" dirty="0"/>
              <a:t>[key]</a:t>
            </a:r>
          </a:p>
          <a:p>
            <a:pPr lvl="1"/>
            <a:r>
              <a:rPr lang="en-US" dirty="0"/>
              <a:t>items() creates an unnecessary intermediate step and can lead to bugs</a:t>
            </a:r>
          </a:p>
          <a:p>
            <a:endParaRPr lang="en-US" dirty="0"/>
          </a:p>
        </p:txBody>
      </p:sp>
      <p:pic>
        <p:nvPicPr>
          <p:cNvPr id="4" name="Picture 3" descr="Original file ‎ (SVG file, nominally 1,005 × 1,005 pixels, file size: 8 KB)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264" y="907068"/>
            <a:ext cx="1837113" cy="18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8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A093-E9FD-4F06-B7C7-F2940857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C7D18-3DDD-4112-9A88-3D62406CF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practice using </a:t>
            </a:r>
            <a:r>
              <a:rPr lang="en-US" dirty="0" err="1"/>
              <a:t>dicts</a:t>
            </a:r>
            <a:r>
              <a:rPr lang="en-US" dirty="0"/>
              <a:t> to convert measurements</a:t>
            </a:r>
          </a:p>
          <a:p>
            <a:r>
              <a:rPr lang="en-US" dirty="0"/>
              <a:t>Will see more complex example </a:t>
            </a:r>
            <a:r>
              <a:rPr lang="en-US"/>
              <a:t>on Wednesday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9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</TotalTime>
  <Words>811</Words>
  <Application>Microsoft Office PowerPoint</Application>
  <PresentationFormat>Widescreen</PresentationFormat>
  <Paragraphs>125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Announcements </vt:lpstr>
      <vt:lpstr>Program 1</vt:lpstr>
      <vt:lpstr>Lots of variables</vt:lpstr>
      <vt:lpstr>Also: Tuples are pretty cool</vt:lpstr>
      <vt:lpstr>Idea.. </vt:lpstr>
      <vt:lpstr>Dict</vt:lpstr>
      <vt:lpstr>Initializing a Dict</vt:lpstr>
      <vt:lpstr>Looking up something in a dict</vt:lpstr>
      <vt:lpstr>What if the key isn’t there?</vt:lpstr>
      <vt:lpstr>Adding to a dict</vt:lpstr>
      <vt:lpstr>Getting all keys/values</vt:lpstr>
      <vt:lpstr>Looping over dicts</vt:lpstr>
      <vt:lpstr>Looping over dicts: caution</vt:lpstr>
      <vt:lpstr>Functions on dicts you should NOT call!!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105</cp:revision>
  <dcterms:created xsi:type="dcterms:W3CDTF">2018-09-05T09:38:38Z</dcterms:created>
  <dcterms:modified xsi:type="dcterms:W3CDTF">2024-10-07T20:59:22Z</dcterms:modified>
</cp:coreProperties>
</file>